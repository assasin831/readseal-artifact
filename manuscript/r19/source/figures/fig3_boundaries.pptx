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154680" cy="1243584"/>
  <p:notesSz cx="1243584" cy="315468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382" y="13716"/>
            <a:ext cx="3083916" cy="155448"/>
          </a:xfrm>
          <a:prstGeom prst="rect">
            <a:avLst/>
          </a:prstGeom>
          <a:solidFill>
            <a:srgbClr val="FFFFFF"/>
          </a:solidFill>
          <a:ln w="6350">
            <a:solidFill>
              <a:srgbClr val="A6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390" y="50292"/>
            <a:ext cx="219456" cy="82296"/>
          </a:xfrm>
          <a:prstGeom prst="rect">
            <a:avLst/>
          </a:prstGeom>
          <a:solidFill>
            <a:srgbClr val="A9D18E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59994" y="27432"/>
            <a:ext cx="1433637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the last source read (borrow held)</a:t>
            </a:r>
            <a:endParaRPr lang="en-US" sz="630" dirty="0"/>
          </a:p>
        </p:txBody>
      </p:sp>
      <p:sp>
        <p:nvSpPr>
          <p:cNvPr id="5" name="Shape 3"/>
          <p:cNvSpPr/>
          <p:nvPr/>
        </p:nvSpPr>
        <p:spPr>
          <a:xfrm>
            <a:off x="1976512" y="50292"/>
            <a:ext cx="219456" cy="82296"/>
          </a:xfrm>
          <a:prstGeom prst="rect">
            <a:avLst/>
          </a:prstGeom>
          <a:solidFill>
            <a:srgbClr val="9DC3E6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37116" y="27432"/>
            <a:ext cx="863894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last source read</a:t>
            </a:r>
            <a:endParaRPr lang="en-US" sz="630" dirty="0"/>
          </a:p>
        </p:txBody>
      </p:sp>
      <p:sp>
        <p:nvSpPr>
          <p:cNvPr id="7" name="Shape 5"/>
          <p:cNvSpPr/>
          <p:nvPr/>
        </p:nvSpPr>
        <p:spPr>
          <a:xfrm>
            <a:off x="932688" y="33718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8" name="Shape 6"/>
          <p:cNvSpPr/>
          <p:nvPr/>
        </p:nvSpPr>
        <p:spPr>
          <a:xfrm>
            <a:off x="932688" y="337185"/>
            <a:ext cx="3505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9" name="Shape 7"/>
          <p:cNvSpPr/>
          <p:nvPr/>
        </p:nvSpPr>
        <p:spPr>
          <a:xfrm>
            <a:off x="932688" y="33718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6193" y="33718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31432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1/287</a:t>
            </a:r>
            <a:endParaRPr lang="en-US" sz="6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314325"/>
            <a:ext cx="88696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graph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932688" y="41719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" y="417195"/>
            <a:ext cx="10441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41719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3129" y="41719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39433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3/289</a:t>
            </a:r>
            <a:endParaRPr lang="en-US" sz="600" dirty="0"/>
          </a:p>
        </p:txBody>
      </p:sp>
      <p:sp>
        <p:nvSpPr>
          <p:cNvPr id="18" name="Text 16"/>
          <p:cNvSpPr txBox="1"/>
          <p:nvPr/>
        </p:nvSpPr>
        <p:spPr>
          <a:xfrm>
            <a:off x="0" y="394335"/>
            <a:ext cx="88696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alias chain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932688" y="49720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" y="497205"/>
            <a:ext cx="6961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21" name="Shape 19"/>
          <p:cNvSpPr/>
          <p:nvPr/>
        </p:nvSpPr>
        <p:spPr>
          <a:xfrm>
            <a:off x="932688" y="49720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39649" y="49720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2688" y="47434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2/289</a:t>
            </a:r>
            <a:endParaRPr lang="en-US" sz="600" dirty="0"/>
          </a:p>
        </p:txBody>
      </p:sp>
      <p:sp>
        <p:nvSpPr>
          <p:cNvPr id="24" name="Text 22"/>
          <p:cNvSpPr txBox="1"/>
          <p:nvPr/>
        </p:nvSpPr>
        <p:spPr>
          <a:xfrm>
            <a:off x="0" y="474345"/>
            <a:ext cx="88696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source early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932688" y="57721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26" name="Shape 24"/>
          <p:cNvSpPr/>
          <p:nvPr/>
        </p:nvSpPr>
        <p:spPr>
          <a:xfrm>
            <a:off x="932688" y="577215"/>
            <a:ext cx="501180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27" name="Shape 25"/>
          <p:cNvSpPr/>
          <p:nvPr/>
        </p:nvSpPr>
        <p:spPr>
          <a:xfrm>
            <a:off x="932688" y="57721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433868" y="57721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55435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144/289</a:t>
            </a:r>
            <a:endParaRPr lang="en-US" sz="600" dirty="0"/>
          </a:p>
        </p:txBody>
      </p:sp>
      <p:sp>
        <p:nvSpPr>
          <p:cNvPr id="30" name="Text 28"/>
          <p:cNvSpPr txBox="1"/>
          <p:nvPr/>
        </p:nvSpPr>
        <p:spPr>
          <a:xfrm>
            <a:off x="0" y="554355"/>
            <a:ext cx="88696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source mid-graph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932688" y="65722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32" name="Shape 30"/>
          <p:cNvSpPr/>
          <p:nvPr/>
        </p:nvSpPr>
        <p:spPr>
          <a:xfrm>
            <a:off x="932688" y="657225"/>
            <a:ext cx="1002360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33" name="Shape 31"/>
          <p:cNvSpPr/>
          <p:nvPr/>
        </p:nvSpPr>
        <p:spPr>
          <a:xfrm>
            <a:off x="932688" y="65722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935048" y="65722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32688" y="63436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288/289</a:t>
            </a:r>
            <a:endParaRPr lang="en-US" sz="600" dirty="0"/>
          </a:p>
        </p:txBody>
      </p:sp>
      <p:sp>
        <p:nvSpPr>
          <p:cNvPr id="36" name="Text 34"/>
          <p:cNvSpPr txBox="1"/>
          <p:nvPr/>
        </p:nvSpPr>
        <p:spPr>
          <a:xfrm>
            <a:off x="0" y="634365"/>
            <a:ext cx="88696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source late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932688" y="73723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38" name="Shape 36"/>
          <p:cNvSpPr/>
          <p:nvPr/>
        </p:nvSpPr>
        <p:spPr>
          <a:xfrm>
            <a:off x="932688" y="737235"/>
            <a:ext cx="1002384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39" name="Shape 37"/>
          <p:cNvSpPr/>
          <p:nvPr/>
        </p:nvSpPr>
        <p:spPr>
          <a:xfrm>
            <a:off x="932688" y="73723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35072" y="73723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32688" y="71437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290/291</a:t>
            </a:r>
            <a:endParaRPr lang="en-US" sz="600" dirty="0"/>
          </a:p>
        </p:txBody>
      </p:sp>
      <p:sp>
        <p:nvSpPr>
          <p:cNvPr id="42" name="Text 40"/>
          <p:cNvSpPr txBox="1"/>
          <p:nvPr/>
        </p:nvSpPr>
        <p:spPr>
          <a:xfrm>
            <a:off x="0" y="714375"/>
            <a:ext cx="88696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alias late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932688" y="81724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44" name="Shape 42"/>
          <p:cNvSpPr/>
          <p:nvPr/>
        </p:nvSpPr>
        <p:spPr>
          <a:xfrm>
            <a:off x="932688" y="817245"/>
            <a:ext cx="3505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45" name="Shape 43"/>
          <p:cNvSpPr/>
          <p:nvPr/>
        </p:nvSpPr>
        <p:spPr>
          <a:xfrm>
            <a:off x="932688" y="81724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6193" y="81724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932688" y="79438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1/287</a:t>
            </a:r>
            <a:endParaRPr lang="en-US" sz="600" dirty="0"/>
          </a:p>
        </p:txBody>
      </p:sp>
      <p:sp>
        <p:nvSpPr>
          <p:cNvPr id="48" name="Text 46"/>
          <p:cNvSpPr txBox="1"/>
          <p:nvPr/>
        </p:nvSpPr>
        <p:spPr>
          <a:xfrm>
            <a:off x="0" y="794385"/>
            <a:ext cx="88696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late read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932688" y="89725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50" name="Shape 48"/>
          <p:cNvSpPr/>
          <p:nvPr/>
        </p:nvSpPr>
        <p:spPr>
          <a:xfrm>
            <a:off x="932688" y="897255"/>
            <a:ext cx="3480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51" name="Shape 49"/>
          <p:cNvSpPr/>
          <p:nvPr/>
        </p:nvSpPr>
        <p:spPr>
          <a:xfrm>
            <a:off x="932688" y="89725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36168" y="89725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32688" y="87439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1/289</a:t>
            </a:r>
            <a:endParaRPr lang="en-US" sz="600" dirty="0"/>
          </a:p>
        </p:txBody>
      </p:sp>
      <p:sp>
        <p:nvSpPr>
          <p:cNvPr id="54" name="Text 52"/>
          <p:cNvSpPr txBox="1"/>
          <p:nvPr/>
        </p:nvSpPr>
        <p:spPr>
          <a:xfrm>
            <a:off x="0" y="874395"/>
            <a:ext cx="886968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private ops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932688" y="329184"/>
            <a:ext cx="1005840" cy="640080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32688" y="969264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914400" y="1001268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435608" y="969264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161288" y="1001268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1938528" y="969264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1408176" y="1001268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62" name="Text 60"/>
          <p:cNvSpPr txBox="1"/>
          <p:nvPr/>
        </p:nvSpPr>
        <p:spPr>
          <a:xfrm>
            <a:off x="932688" y="192024"/>
            <a:ext cx="1005840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TransFusion head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093976" y="33718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64" name="Shape 62"/>
          <p:cNvSpPr/>
          <p:nvPr/>
        </p:nvSpPr>
        <p:spPr>
          <a:xfrm>
            <a:off x="2093976" y="337185"/>
            <a:ext cx="98131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65" name="Shape 63"/>
          <p:cNvSpPr/>
          <p:nvPr/>
        </p:nvSpPr>
        <p:spPr>
          <a:xfrm>
            <a:off x="2093976" y="33718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92107" y="33718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2093976" y="31432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12/123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2093976" y="41719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69" name="Shape 67"/>
          <p:cNvSpPr/>
          <p:nvPr/>
        </p:nvSpPr>
        <p:spPr>
          <a:xfrm>
            <a:off x="2093976" y="417195"/>
            <a:ext cx="112654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70" name="Shape 68"/>
          <p:cNvSpPr/>
          <p:nvPr/>
        </p:nvSpPr>
        <p:spPr>
          <a:xfrm>
            <a:off x="2093976" y="41719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206630" y="41719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2093976" y="39433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14/125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2093976" y="49720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74" name="Shape 72"/>
          <p:cNvSpPr/>
          <p:nvPr/>
        </p:nvSpPr>
        <p:spPr>
          <a:xfrm>
            <a:off x="2093976" y="497205"/>
            <a:ext cx="104607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75" name="Shape 73"/>
          <p:cNvSpPr/>
          <p:nvPr/>
        </p:nvSpPr>
        <p:spPr>
          <a:xfrm>
            <a:off x="2093976" y="49720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198583" y="49720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2093976" y="47434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13/125</a:t>
            </a:r>
            <a:endParaRPr lang="en-US" sz="600" dirty="0"/>
          </a:p>
        </p:txBody>
      </p:sp>
      <p:sp>
        <p:nvSpPr>
          <p:cNvPr id="78" name="Shape 76"/>
          <p:cNvSpPr/>
          <p:nvPr/>
        </p:nvSpPr>
        <p:spPr>
          <a:xfrm>
            <a:off x="2093976" y="57721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79" name="Shape 77"/>
          <p:cNvSpPr/>
          <p:nvPr/>
        </p:nvSpPr>
        <p:spPr>
          <a:xfrm>
            <a:off x="2093976" y="577215"/>
            <a:ext cx="498897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80" name="Shape 78"/>
          <p:cNvSpPr/>
          <p:nvPr/>
        </p:nvSpPr>
        <p:spPr>
          <a:xfrm>
            <a:off x="2093976" y="57721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592873" y="57721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2093976" y="55435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62/125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2093976" y="65722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84" name="Shape 82"/>
          <p:cNvSpPr/>
          <p:nvPr/>
        </p:nvSpPr>
        <p:spPr>
          <a:xfrm>
            <a:off x="2093976" y="657225"/>
            <a:ext cx="997793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85" name="Shape 83"/>
          <p:cNvSpPr/>
          <p:nvPr/>
        </p:nvSpPr>
        <p:spPr>
          <a:xfrm>
            <a:off x="2093976" y="65722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091769" y="65722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2093976" y="63436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124/125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2093976" y="73723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89" name="Shape 87"/>
          <p:cNvSpPr/>
          <p:nvPr/>
        </p:nvSpPr>
        <p:spPr>
          <a:xfrm>
            <a:off x="2093976" y="737235"/>
            <a:ext cx="997920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90" name="Shape 88"/>
          <p:cNvSpPr/>
          <p:nvPr/>
        </p:nvSpPr>
        <p:spPr>
          <a:xfrm>
            <a:off x="2093976" y="73723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091896" y="73723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2093976" y="71437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126/127</a:t>
            </a:r>
            <a:endParaRPr lang="en-US" sz="600" dirty="0"/>
          </a:p>
        </p:txBody>
      </p:sp>
      <p:sp>
        <p:nvSpPr>
          <p:cNvPr id="93" name="Shape 91"/>
          <p:cNvSpPr/>
          <p:nvPr/>
        </p:nvSpPr>
        <p:spPr>
          <a:xfrm>
            <a:off x="2093976" y="81724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94" name="Shape 92"/>
          <p:cNvSpPr/>
          <p:nvPr/>
        </p:nvSpPr>
        <p:spPr>
          <a:xfrm>
            <a:off x="2093976" y="817245"/>
            <a:ext cx="98131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95" name="Shape 93"/>
          <p:cNvSpPr/>
          <p:nvPr/>
        </p:nvSpPr>
        <p:spPr>
          <a:xfrm>
            <a:off x="2093976" y="81724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192107" y="81724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2093976" y="79438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12/123</a:t>
            </a:r>
            <a:endParaRPr lang="en-US" sz="600" dirty="0"/>
          </a:p>
        </p:txBody>
      </p:sp>
      <p:sp>
        <p:nvSpPr>
          <p:cNvPr id="98" name="Shape 96"/>
          <p:cNvSpPr/>
          <p:nvPr/>
        </p:nvSpPr>
        <p:spPr>
          <a:xfrm>
            <a:off x="2093976" y="897255"/>
            <a:ext cx="1005840" cy="64008"/>
          </a:xfrm>
          <a:prstGeom prst="rect">
            <a:avLst/>
          </a:prstGeom>
          <a:solidFill>
            <a:srgbClr val="9DC3E6"/>
          </a:solidFill>
          <a:ln/>
        </p:spPr>
      </p:sp>
      <p:sp>
        <p:nvSpPr>
          <p:cNvPr id="99" name="Shape 97"/>
          <p:cNvSpPr/>
          <p:nvPr/>
        </p:nvSpPr>
        <p:spPr>
          <a:xfrm>
            <a:off x="2093976" y="897255"/>
            <a:ext cx="96561" cy="64008"/>
          </a:xfrm>
          <a:prstGeom prst="rect">
            <a:avLst/>
          </a:prstGeom>
          <a:solidFill>
            <a:srgbClr val="A9D18E"/>
          </a:solidFill>
          <a:ln/>
        </p:spPr>
      </p:sp>
      <p:sp>
        <p:nvSpPr>
          <p:cNvPr id="100" name="Shape 98"/>
          <p:cNvSpPr/>
          <p:nvPr/>
        </p:nvSpPr>
        <p:spPr>
          <a:xfrm>
            <a:off x="2093976" y="897255"/>
            <a:ext cx="1005840" cy="64008"/>
          </a:xfrm>
          <a:prstGeom prst="rect">
            <a:avLst/>
          </a:prstGeom>
          <a:ln w="5080">
            <a:solidFill>
              <a:srgbClr val="2E75B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2190537" y="897255"/>
            <a:ext cx="0" cy="64008"/>
          </a:xfrm>
          <a:prstGeom prst="line">
            <a:avLst/>
          </a:prstGeom>
          <a:noFill/>
          <a:ln w="7620">
            <a:solidFill>
              <a:srgbClr val="548235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2093976" y="874395"/>
            <a:ext cx="980694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12/125</a:t>
            </a:r>
            <a:endParaRPr lang="en-US" sz="600" dirty="0"/>
          </a:p>
        </p:txBody>
      </p:sp>
      <p:sp>
        <p:nvSpPr>
          <p:cNvPr id="103" name="Shape 101"/>
          <p:cNvSpPr/>
          <p:nvPr/>
        </p:nvSpPr>
        <p:spPr>
          <a:xfrm>
            <a:off x="2093976" y="329184"/>
            <a:ext cx="1005840" cy="640080"/>
          </a:xfrm>
          <a:prstGeom prst="rect">
            <a:avLst/>
          </a:prstGeom>
          <a:ln w="7620">
            <a:solidFill>
              <a:srgbClr val="40404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093976" y="969264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2075688" y="1001268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2596896" y="969264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322576" y="1001268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3099816" y="969264"/>
            <a:ext cx="0" cy="27432"/>
          </a:xfrm>
          <a:prstGeom prst="line">
            <a:avLst/>
          </a:prstGeom>
          <a:noFill/>
          <a:ln w="7620">
            <a:solidFill>
              <a:srgbClr val="40404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2569464" y="1001268"/>
            <a:ext cx="548640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700" dirty="0"/>
          </a:p>
        </p:txBody>
      </p:sp>
      <p:sp>
        <p:nvSpPr>
          <p:cNvPr id="110" name="Text 108"/>
          <p:cNvSpPr txBox="1"/>
          <p:nvPr/>
        </p:nvSpPr>
        <p:spPr>
          <a:xfrm>
            <a:off x="2093976" y="192024"/>
            <a:ext cx="1005840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tail</a:t>
            </a:r>
            <a:endParaRPr lang="en-US" sz="700" dirty="0"/>
          </a:p>
        </p:txBody>
      </p:sp>
      <p:sp>
        <p:nvSpPr>
          <p:cNvPr id="111" name="Text 109"/>
          <p:cNvSpPr txBox="1"/>
          <p:nvPr/>
        </p:nvSpPr>
        <p:spPr>
          <a:xfrm>
            <a:off x="932688" y="1115568"/>
            <a:ext cx="2167128" cy="1188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source-read position (% of graph)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fig3_boundaries</dc:title>
  <dc:subject>ISPA r15: regenerated from r14 source coordinates and unchanged data</dc:subject>
  <dc:creator>ReadSeal authors</dc:creator>
  <cp:lastModifiedBy>ReadSeal authors</cp:lastModifiedBy>
  <cp:revision>1</cp:revision>
  <dcterms:created xsi:type="dcterms:W3CDTF">2026-09-29T11:55:40Z</dcterms:created>
  <dcterms:modified xsi:type="dcterms:W3CDTF">2026-09-29T11:55:40Z</dcterms:modified>
</cp:coreProperties>
</file>