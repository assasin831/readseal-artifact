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154680" cy="1472184"/>
  <p:notesSz cx="1472184" cy="31546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60824" y="18288"/>
            <ns1:ext cx="3033031" cy="146304"/>
          </ns1:xfrm>
          <ns1:prstGeom prst="rect">
            <ns1:avLst/>
          </ns1:prstGeom>
          <ns1:solidFill>
            <ns1:srgbClr val="FFFFFF"/>
          </ns1:solidFill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" name="Shape 1"/>
          <ns0:cNvSpPr/>
          <ns0:nvPr/>
        </ns0:nvSpPr>
        <ns0:spPr>
          <ns1:xfrm>
            <ns1:off x="124832" y="54864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229988" y="32004"/>
            <ns1:ext cx="398997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admitted</ns1:t>
            </ns1:r>
            <ns1:endParaRPr lang="en-US" sz="65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622127" y="66294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6" name="Shape 4"/>
          <ns0:cNvSpPr/>
          <ns0:nvPr/>
        </ns0:nvSpPr>
        <ns0:spPr>
          <ns1:xfrm flipV="1">
            <ns1:off x="622127" y="66294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7" name="Text 5"/>
          <ns0:cNvSpPr txBox="1"/>
          <ns0:nvPr/>
        </ns0:nvSpPr>
        <ns0:spPr>
          <ns1:xfrm>
            <ns1:off x="706709" y="32004"/>
            <ns1:ext cx="378310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dropped</ns1:t>
            </ns1:r>
            <ns1:endParaRPr lang="en-US" sz="65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1075874" y="91440"/>
            <ns1:ext cx="155448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9" name="Shape 7"/>
          <ns0:cNvSpPr/>
          <ns0:nvPr/>
        </ns0:nvSpPr>
        <ns0:spPr>
          <ns1:xfrm>
            <ns1:off x="1075874" y="64008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>
            <ns1:off x="1231322" y="64008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1" name="Text 9"/>
          <ns0:cNvSpPr txBox="1"/>
          <ns0:nvPr/>
        </ns0:nvSpPr>
        <ns0:spPr>
          <ns1:xfrm>
            <ns1:off x="1263326" y="32004"/>
            <ns1:ext cx="548684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 hold (ms)</ns1:t>
            </ns1:r>
            <ns1:endParaRPr lang="en-US" sz="65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1802867" y="66294"/>
            <ns1:ext cx="137160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3" name="Text 11"/>
          <ns0:cNvSpPr txBox="1"/>
          <ns0:nvPr/>
        </ns0:nvSpPr>
        <ns0:spPr>
          <ns1:xfrm>
            <ns1:off x="1972031" y="32004"/>
            <ns1:ext cx="503860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borrow held</ns1:t>
            </ns1:r>
            <ns1:endParaRPr lang="en-US" sz="650" dirty="0"/>
          </ns1:p>
        </ns0:txBody>
      </ns0:sp>
      <ns0:sp>
        <ns0:nvSpPr>
          <ns0:cNvPr id="14" name="Shape 12"/>
          <ns0:cNvSpPr/>
          <ns0:nvPr/>
        </ns0:nvSpPr>
        <ns0:spPr>
          <ns1:xfrm>
            <ns1:off x="2466747" y="66294"/>
            <ns1:ext cx="137160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5" name="Text 13"/>
          <ns0:cNvSpPr txBox="1"/>
          <ns0:nvPr/>
        </ns0:nvSpPr>
        <ns0:spPr>
          <ns1:xfrm>
            <ns1:off x="2635911" y="32004"/>
            <ns1:ext cx="485377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after return</ns1:t>
            </ns1:r>
            <ns1:endParaRPr lang="en-US" sz="65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457200" y="187452"/>
            <ns1:ext cx="0" cy="1013155"/>
          </ns1:xfrm>
          <ns1:prstGeom prst="line">
            <ns1:avLst/>
          </ns1:prstGeom>
          <ns1:noFill/>
          <ns1:ln w="6350">
            <ns1:solidFill>
              <ns1:srgbClr val="D9D9D9"/>
            </ns1:solidFill>
            <ns1:prstDash val="sysDot"/>
          </ns1:ln>
        </ns0:spPr>
      </ns0:sp>
      <ns0:sp>
        <ns0:nvSpPr>
          <ns0:cNvPr id="17" name="Shape 15"/>
          <ns0:cNvSpPr/>
          <ns0:nvPr/>
        </ns0:nvSpPr>
        <ns0:spPr>
          <ns1:xfrm>
            <ns1:off x="977153" y="187452"/>
            <ns1:ext cx="0" cy="1013155"/>
          </ns1:xfrm>
          <ns1:prstGeom prst="line">
            <ns1:avLst/>
          </ns1:prstGeom>
          <ns1:noFill/>
          <ns1:ln w="6350">
            <ns1:solidFill>
              <ns1:srgbClr val="D9D9D9"/>
            </ns1:solidFill>
            <ns1:prstDash val="sysDot"/>
          </ns1:ln>
        </ns0:spPr>
      </ns0:sp>
      <ns0:sp>
        <ns0:nvSpPr>
          <ns0:cNvPr id="18" name="Shape 16"/>
          <ns0:cNvSpPr/>
          <ns0:nvPr/>
        </ns0:nvSpPr>
        <ns0:spPr>
          <ns1:xfrm>
            <ns1:off x="1497106" y="187452"/>
            <ns1:ext cx="0" cy="1013155"/>
          </ns1:xfrm>
          <ns1:prstGeom prst="line">
            <ns1:avLst/>
          </ns1:prstGeom>
          <ns1:noFill/>
          <ns1:ln w="6350">
            <ns1:solidFill>
              <ns1:srgbClr val="D9D9D9"/>
            </ns1:solidFill>
            <ns1:prstDash val="sysDot"/>
          </ns1:ln>
        </ns0:spPr>
      </ns0:sp>
      <ns0:sp>
        <ns0:nvSpPr>
          <ns0:cNvPr id="19" name="Shape 17"/>
          <ns0:cNvSpPr/>
          <ns0:nvPr/>
        </ns0:nvSpPr>
        <ns0:spPr>
          <ns1:xfrm>
            <ns1:off x="2017059" y="187452"/>
            <ns1:ext cx="0" cy="1013155"/>
          </ns1:xfrm>
          <ns1:prstGeom prst="line">
            <ns1:avLst/>
          </ns1:prstGeom>
          <ns1:noFill/>
          <ns1:ln w="6350">
            <ns1:solidFill>
              <ns1:srgbClr val="D9D9D9"/>
            </ns1:solidFill>
            <ns1:prstDash val="sysDot"/>
          </ns1:ln>
        </ns0:spPr>
      </ns0:sp>
      <ns0:sp>
        <ns0:nvSpPr>
          <ns0:cNvPr id="20" name="Shape 18"/>
          <ns0:cNvSpPr/>
          <ns0:nvPr/>
        </ns0:nvSpPr>
        <ns0:spPr>
          <ns1:xfrm>
            <ns1:off x="2537012" y="187452"/>
            <ns1:ext cx="0" cy="1013155"/>
          </ns1:xfrm>
          <ns1:prstGeom prst="line">
            <ns1:avLst/>
          </ns1:prstGeom>
          <ns1:noFill/>
          <ns1:ln w="6350">
            <ns1:solidFill>
              <ns1:srgbClr val="D9D9D9"/>
            </ns1:solidFill>
            <ns1:prstDash val="sysDot"/>
          </ns1:ln>
        </ns0:spPr>
      </ns0:sp>
      <ns0:sp>
        <ns0:nvSpPr>
          <ns0:cNvPr id="21" name="Shape 19"/>
          <ns0:cNvSpPr/>
          <ns0:nvPr/>
        </ns0:nvSpPr>
        <ns0:spPr>
          <ns1:xfrm>
            <ns1:off x="3056965" y="187452"/>
            <ns1:ext cx="0" cy="1013155"/>
          </ns1:xfrm>
          <ns1:prstGeom prst="line">
            <ns1:avLst/>
          </ns1:prstGeom>
          <ns1:noFill/>
          <ns1:ln w="6350">
            <ns1:solidFill>
              <ns1:srgbClr val="D9D9D9"/>
            </ns1:solidFill>
            <ns1:prstDash val="sysDot"/>
          </ns1:ln>
        </ns0:spPr>
      </ns0:sp>
      <ns0:sp>
        <ns0:nvSpPr>
          <ns0:cNvPr id="22" name="Text 20"/>
          <ns0:cNvSpPr txBox="1"/>
          <ns0:nvPr/>
        </ns0:nvSpPr>
        <ns0:spPr>
          <ns1:xfrm rot="16200000">
            <ns1:off x="-237744" y="353873"/>
            <ns1:ext cx="658368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Full</ns1:t>
            </ns1:r>
            <ns1:endParaRPr lang="en-US" sz="70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retention</ns1:t>
            </ns1:r>
            <ns1:endParaRPr lang="en-US" sz="70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182880" y="224028"/>
            <ns1:ext cx="0" cy="433426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24" name="Text 22"/>
          <ns0:cNvSpPr txBox="1"/>
          <ns0:nvPr/>
        </ns0:nvSpPr>
        <ns0:spPr>
          <ns1:xfrm>
            <ns1:off x="196596" y="260604"/>
            <ns1:ext cx="22860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</ns1:t>
            </ns1:r>
            <ns1:endParaRPr lang="en-US" sz="65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205740" y="374904"/>
            <ns1:ext cx="210312" cy="267005"/>
          </ns1:xfrm>
          <ns1:prstGeom prst="rect">
            <ns1:avLst/>
          </ns1:prstGeom>
          <ns1:ln w="6350">
            <ns1:solidFill>
              <ns1:srgbClr val="404040"/>
            </ns1:solidFill>
            <ns1:prstDash val="dash"/>
          </ns1:ln>
        </ns0:spPr>
      </ns0:sp>
      <ns0:sp>
        <ns0:nvSpPr>
          <ns0:cNvPr id="26" name="Shape 24"/>
          <ns0:cNvSpPr/>
          <ns0:nvPr/>
        </ns0:nvSpPr>
        <ns0:spPr>
          <ns1:xfrm>
            <ns1:off x="228600" y="371246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27" name="Text 25"/>
          <ns0:cNvSpPr txBox="1"/>
          <ns0:nvPr/>
        </ns0:nvSpPr>
        <ns0:spPr>
          <ns1:xfrm>
            <ns1:off x="228600" y="365760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R1</ns1:t>
            </ns1:r>
            <ns1:endParaRPr lang="en-US" sz="60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228600" y="440741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29" name="Text 27"/>
          <ns0:cNvSpPr txBox="1"/>
          <ns0:nvPr/>
        </ns0:nvSpPr>
        <ns0:spPr>
          <ns1:xfrm>
            <ns1:off x="228600" y="435254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R2</ns1:t>
            </ns1:r>
            <ns1:endParaRPr lang="en-US" sz="6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228600" y="510235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31" name="Text 29"/>
          <ns0:cNvSpPr txBox="1"/>
          <ns0:nvPr/>
        </ns0:nvSpPr>
        <ns0:spPr>
          <ns1:xfrm>
            <ns1:off x="228600" y="504749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R3</ns1:t>
            </ns1:r>
            <ns1:endParaRPr lang="en-US" sz="60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228600" y="579730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33" name="Text 31"/>
          <ns0:cNvSpPr txBox="1"/>
          <ns0:nvPr/>
        </ns0:nvSpPr>
        <ns0:spPr>
          <ns1:xfrm>
            <ns1:off x="228600" y="574243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R4</ns1:t>
            </ns1:r>
            <ns1:endParaRPr lang="en-US" sz="60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998880" y="367589"/>
            <ns1:ext cx="496569" cy="277978"/>
          </ns1:xfrm>
          <ns1:prstGeom prst="rect">
            <ns1:avLst/>
          </ns1:prstGeom>
          <ns1:solidFill>
            <ns1:srgbClr val="FFF2CC"/>
          </ns1:solidFill>
          <ns1:ln w="7620">
            <ns1:solidFill>
              <ns1:srgbClr val="7F6000"/>
            </ns1:solidFill>
            <ns1:prstDash val="dash"/>
          </ns1:ln>
        </ns0:spPr>
      </ns0:sp>
      <ns0:sp>
        <ns0:nvSpPr>
          <ns0:cNvPr id="35" name="Text 33"/>
          <ns0:cNvSpPr txBox="1"/>
          <ns0:nvPr/>
        </ns0:nvSpPr>
        <ns0:spPr>
          <ns1:xfrm>
            <ns1:off x="989736" y="451714"/>
            <ns1:ext cx="514857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7F6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idle</ns1:t>
            </ns1:r>
            <ns1:endParaRPr lang="en-US" sz="65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2044505" y="367589"/>
            <ns1:ext cx="490538" cy="277978"/>
          </ns1:xfrm>
          <ns1:prstGeom prst="rect">
            <ns1:avLst/>
          </ns1:prstGeom>
          <ns1:solidFill>
            <ns1:srgbClr val="FFF2CC"/>
          </ns1:solidFill>
          <ns1:ln w="7620">
            <ns1:solidFill>
              <ns1:srgbClr val="7F6000"/>
            </ns1:solidFill>
            <ns1:prstDash val="dash"/>
          </ns1:ln>
        </ns0:spPr>
      </ns0:sp>
      <ns0:sp>
        <ns0:nvSpPr>
          <ns0:cNvPr id="37" name="Text 35"/>
          <ns0:cNvSpPr txBox="1"/>
          <ns0:nvPr/>
        </ns0:nvSpPr>
        <ns0:spPr>
          <ns1:xfrm>
            <ns1:off x="2035361" y="451714"/>
            <ns1:ext cx="508826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7F6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idle</ns1:t>
            </ns1:r>
            <ns1:endParaRPr lang="en-US" sz="650" dirty="0"/>
          </ns1:p>
        </ns0:txBody>
      </ns0:sp>
      <ns0:sp>
        <ns0:nvSpPr>
          <ns0:cNvPr id="38" name="Shape 36"/>
          <ns0:cNvSpPr/>
          <ns0:nvPr/>
        </ns0:nvSpPr>
        <ns0:spPr>
          <ns1:xfrm>
            <ns1:off x="420624" y="210312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39" name="Shape 37"/>
          <ns0:cNvSpPr/>
          <ns0:nvPr/>
        </ns0:nvSpPr>
        <ns0:spPr>
          <ns1:xfrm flipV="1">
            <ns1:off x="457200" y="269977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40" name="Shape 38"/>
          <ns0:cNvSpPr/>
          <ns0:nvPr/>
        </ns0:nvSpPr>
        <ns0:spPr>
          <ns1:xfrm rot="10800000">
            <ns1:off x="443484" y="265176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41" name="Shape 39"/>
          <ns0:cNvSpPr/>
          <ns0:nvPr/>
        </ns0:nvSpPr>
        <ns0:spPr>
          <ns1:xfrm>
            <ns1:off x="952007" y="221742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42" name="Shape 40"/>
          <ns0:cNvSpPr/>
          <ns0:nvPr/>
        </ns0:nvSpPr>
        <ns0:spPr>
          <ns1:xfrm flipV="1">
            <ns1:off x="952007" y="221742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43" name="Shape 41"/>
          <ns0:cNvSpPr/>
          <ns0:nvPr/>
        </ns0:nvSpPr>
        <ns0:spPr>
          <ns1:xfrm>
            <ns1:off x="1460530" y="210312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44" name="Shape 42"/>
          <ns0:cNvSpPr/>
          <ns0:nvPr/>
        </ns0:nvSpPr>
        <ns0:spPr>
          <ns1:xfrm flipV="1">
            <ns1:off x="1497106" y="269977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45" name="Shape 43"/>
          <ns0:cNvSpPr/>
          <ns0:nvPr/>
        </ns0:nvSpPr>
        <ns0:spPr>
          <ns1:xfrm rot="10800000">
            <ns1:off x="1483390" y="265176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46" name="Shape 44"/>
          <ns0:cNvSpPr/>
          <ns0:nvPr/>
        </ns0:nvSpPr>
        <ns0:spPr>
          <ns1:xfrm>
            <ns1:off x="1991913" y="221742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47" name="Shape 45"/>
          <ns0:cNvSpPr/>
          <ns0:nvPr/>
        </ns0:nvSpPr>
        <ns0:spPr>
          <ns1:xfrm flipV="1">
            <ns1:off x="1991913" y="221742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48" name="Shape 46"/>
          <ns0:cNvSpPr/>
          <ns0:nvPr/>
        </ns0:nvSpPr>
        <ns0:spPr>
          <ns1:xfrm>
            <ns1:off x="2500436" y="210312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49" name="Shape 47"/>
          <ns0:cNvSpPr/>
          <ns0:nvPr/>
        </ns0:nvSpPr>
        <ns0:spPr>
          <ns1:xfrm flipV="1">
            <ns1:off x="2537012" y="269977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50" name="Shape 48"/>
          <ns0:cNvSpPr/>
          <ns0:nvPr/>
        </ns0:nvSpPr>
        <ns0:spPr>
          <ns1:xfrm rot="10800000">
            <ns1:off x="2523296" y="265176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51" name="Shape 49"/>
          <ns0:cNvSpPr/>
          <ns0:nvPr/>
        </ns0:nvSpPr>
        <ns0:spPr>
          <ns1:xfrm>
            <ns1:off x="3031819" y="221742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52" name="Shape 50"/>
          <ns0:cNvSpPr/>
          <ns0:nvPr/>
        </ns0:nvSpPr>
        <ns0:spPr>
          <ns1:xfrm flipV="1">
            <ns1:off x="3031819" y="221742"/>
            <ns1:ext cx="50292" cy="50292"/>
          </ns1:xfrm>
          <ns1:prstGeom prst="line">
            <ns1:avLst/>
          </ns1:prstGeom>
          <ns1:noFill/>
          <ns1:ln w="13970">
            <ns1:solidFill>
              <ns1:srgbClr val="C00000"/>
            </ns1:solidFill>
            <ns1:prstDash val="solid"/>
          </ns1:ln>
        </ns0:spPr>
      </ns0:sp>
      <ns0:sp>
        <ns0:nvSpPr>
          <ns0:cNvPr id="53" name="Shape 51"/>
          <ns0:cNvSpPr/>
          <ns0:nvPr/>
        </ns0:nvSpPr>
        <ns0:spPr>
          <ns1:xfrm>
            <ns1:off x="461464" y="329184"/>
            <ns1:ext cx="528272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54" name="Shape 52"/>
          <ns0:cNvSpPr/>
          <ns0:nvPr/>
        </ns0:nvSpPr>
        <ns0:spPr>
          <ns1:xfrm>
            <ns1:off x="461464" y="301752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55" name="Shape 53"/>
          <ns0:cNvSpPr/>
          <ns0:nvPr/>
        </ns0:nvSpPr>
        <ns0:spPr>
          <ns1:xfrm>
            <ns1:off x="989736" y="301752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56" name="Text 54"/>
          <ns0:cNvSpPr txBox="1"/>
          <ns0:nvPr/>
        </ns0:nvSpPr>
        <ns0:spPr>
          <ns1:xfrm>
            <ns1:off x="461464" y="242316"/>
            <ns1:ext cx="52827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51</ns1:t>
            </ns1:r>
            <ns1:endParaRPr lang="en-US" sz="600" dirty="0"/>
          </ns1:p>
        </ns0:txBody>
      </ns0:sp>
      <ns0:sp>
        <ns0:nvSpPr>
          <ns0:cNvPr id="57" name="Shape 55"/>
          <ns0:cNvSpPr/>
          <ns0:nvPr/>
        </ns0:nvSpPr>
        <ns0:spPr>
          <ns1:xfrm>
            <ns1:off x="463647" y="377190"/>
            <ns1:ext cx="45360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58" name="Shape 56"/>
          <ns0:cNvSpPr/>
          <ns0:nvPr/>
        </ns0:nvSpPr>
        <ns0:spPr>
          <ns1:xfrm>
            <ns1:off x="466039" y="446684"/>
            <ns1:ext cx="514649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59" name="Shape 57"/>
          <ns0:cNvSpPr/>
          <ns0:nvPr/>
        </ns0:nvSpPr>
        <ns0:spPr>
          <ns1:xfrm>
            <ns1:off x="463439" y="516179"/>
            <ns1:ext cx="506434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60" name="Shape 58"/>
          <ns0:cNvSpPr/>
          <ns0:nvPr/>
        </ns0:nvSpPr>
        <ns0:spPr>
          <ns1:xfrm>
            <ns1:off x="464999" y="585673"/>
            <ns1:ext cx="52473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61" name="Shape 59"/>
          <ns0:cNvSpPr/>
          <ns0:nvPr/>
        </ns0:nvSpPr>
        <ns0:spPr>
          <ns1:xfrm>
            <ns1:off x="1501577" y="329184"/>
            <ns1:ext cx="533784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62" name="Shape 60"/>
          <ns0:cNvSpPr/>
          <ns0:nvPr/>
        </ns0:nvSpPr>
        <ns0:spPr>
          <ns1:xfrm>
            <ns1:off x="1501577" y="301752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63" name="Shape 61"/>
          <ns0:cNvSpPr/>
          <ns0:nvPr/>
        </ns0:nvSpPr>
        <ns0:spPr>
          <ns1:xfrm>
            <ns1:off x="2035361" y="301752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64" name="Text 62"/>
          <ns0:cNvSpPr txBox="1"/>
          <ns0:nvPr/>
        </ns0:nvSpPr>
        <ns0:spPr>
          <ns1:xfrm>
            <ns1:off x="1501577" y="242316"/>
            <ns1:ext cx="533784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51</ns1:t>
            </ns1:r>
            <ns1:endParaRPr lang="en-US" sz="600" dirty="0"/>
          </ns1:p>
        </ns0:txBody>
      </ns0:sp>
      <ns0:sp>
        <ns0:nvSpPr>
          <ns0:cNvPr id="65" name="Shape 63"/>
          <ns0:cNvSpPr/>
          <ns0:nvPr/>
        </ns0:nvSpPr>
        <ns0:spPr>
          <ns1:xfrm>
            <ns1:off x="1507609" y="377190"/>
            <ns1:ext cx="508202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66" name="Shape 64"/>
          <ns0:cNvSpPr/>
          <ns0:nvPr/>
        </ns0:nvSpPr>
        <ns0:spPr>
          <ns1:xfrm>
            <ns1:off x="1505737" y="446684"/>
            <ns1:ext cx="519745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67" name="Shape 65"/>
          <ns0:cNvSpPr/>
          <ns0:nvPr/>
        </ns0:nvSpPr>
        <ns0:spPr>
          <ns1:xfrm>
            <ns1:off x="1505945" y="516179"/>
            <ns1:ext cx="49946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68" name="Shape 66"/>
          <ns0:cNvSpPr/>
          <ns0:nvPr/>
        </ns0:nvSpPr>
        <ns0:spPr>
          <ns1:xfrm>
            <ns1:off x="1504593" y="585673"/>
            <ns1:ext cx="530768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69" name="Shape 67"/>
          <ns0:cNvSpPr/>
          <ns0:nvPr/>
        </ns0:nvSpPr>
        <ns0:spPr>
          <ns1:xfrm>
            <ns1:off x="2541795" y="329184"/>
            <ns1:ext cx="530040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70" name="Shape 68"/>
          <ns0:cNvSpPr/>
          <ns0:nvPr/>
        </ns0:nvSpPr>
        <ns0:spPr>
          <ns1:xfrm>
            <ns1:off x="2541795" y="301752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71" name="Shape 69"/>
          <ns0:cNvSpPr/>
          <ns0:nvPr/>
        </ns0:nvSpPr>
        <ns0:spPr>
          <ns1:xfrm>
            <ns1:off x="3071835" y="301752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72" name="Text 70"/>
          <ns0:cNvSpPr txBox="1"/>
          <ns0:nvPr/>
        </ns0:nvSpPr>
        <ns0:spPr>
          <ns1:xfrm>
            <ns1:off x="2541795" y="242316"/>
            <ns1:ext cx="530040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51</ns1:t>
            </ns1:r>
            <ns1:endParaRPr lang="en-US" sz="600" dirty="0"/>
          </ns1:p>
        </ns0:txBody>
      </ns0:sp>
      <ns0:sp>
        <ns0:nvSpPr>
          <ns0:cNvPr id="73" name="Shape 71"/>
          <ns0:cNvSpPr/>
          <ns0:nvPr/>
        </ns0:nvSpPr>
        <ns0:spPr>
          <ns1:xfrm>
            <ns1:off x="2547411" y="377190"/>
            <ns1:ext cx="524425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74" name="Shape 72"/>
          <ns0:cNvSpPr/>
          <ns0:nvPr/>
        </ns0:nvSpPr>
        <ns0:spPr>
          <ns1:xfrm>
            <ns1:off x="2545227" y="446684"/>
            <ns1:ext cx="49686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75" name="Shape 73"/>
          <ns0:cNvSpPr/>
          <ns0:nvPr/>
        </ns0:nvSpPr>
        <ns0:spPr>
          <ns1:xfrm>
            <ns1:off x="2546267" y="516179"/>
            <ns1:ext cx="515481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76" name="Shape 74"/>
          <ns0:cNvSpPr/>
          <ns0:nvPr/>
        </ns0:nvSpPr>
        <ns0:spPr>
          <ns1:xfrm>
            <ns1:off x="2544187" y="585673"/>
            <ns1:ext cx="507786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77" name="Text 75"/>
          <ns0:cNvSpPr txBox="1"/>
          <ns0:nvPr/>
        </ns0:nvSpPr>
        <ns0:spPr>
          <ns1:xfrm rot="16200000">
            <ns1:off x="-237744" y="869594"/>
            <ns1:ext cx="658368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 +</ns1:t>
            </ns1:r>
            <ns1:endParaRPr lang="en-US" sz="70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ReadSeal</ns1:t>
            </ns1:r>
            <ns1:endParaRPr lang="en-US" sz="700" dirty="0"/>
          </ns1:p>
        </ns0:txBody>
      </ns0:sp>
      <ns0:sp>
        <ns0:nvSpPr>
          <ns0:cNvPr id="78" name="Shape 76"/>
          <ns0:cNvSpPr/>
          <ns0:nvPr/>
        </ns0:nvSpPr>
        <ns0:spPr>
          <ns1:xfrm>
            <ns1:off x="182880" y="739750"/>
            <ns1:ext cx="0" cy="433426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79" name="Text 77"/>
          <ns0:cNvSpPr txBox="1"/>
          <ns0:nvPr/>
        </ns0:nvSpPr>
        <ns0:spPr>
          <ns1:xfrm>
            <ns1:off x="196596" y="776326"/>
            <ns1:ext cx="22860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</ns1:t>
            </ns1:r>
            <ns1:endParaRPr lang="en-US" sz="650" dirty="0"/>
          </ns1:p>
        </ns0:txBody>
      </ns0:sp>
      <ns0:sp>
        <ns0:nvSpPr>
          <ns0:cNvPr id="80" name="Shape 78"/>
          <ns0:cNvSpPr/>
          <ns0:nvPr/>
        </ns0:nvSpPr>
        <ns0:spPr>
          <ns1:xfrm>
            <ns1:off x="205740" y="890626"/>
            <ns1:ext cx="210312" cy="267005"/>
          </ns1:xfrm>
          <ns1:prstGeom prst="rect">
            <ns1:avLst/>
          </ns1:prstGeom>
          <ns1:ln w="6350">
            <ns1:solidFill>
              <ns1:srgbClr val="404040"/>
            </ns1:solidFill>
            <ns1:prstDash val="dash"/>
          </ns1:ln>
        </ns0:spPr>
      </ns0:sp>
      <ns0:sp>
        <ns0:nvSpPr>
          <ns0:cNvPr id="81" name="Shape 79"/>
          <ns0:cNvSpPr/>
          <ns0:nvPr/>
        </ns0:nvSpPr>
        <ns0:spPr>
          <ns1:xfrm>
            <ns1:off x="228600" y="886968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82" name="Text 80"/>
          <ns0:cNvSpPr txBox="1"/>
          <ns0:nvPr/>
        </ns0:nvSpPr>
        <ns0:spPr>
          <ns1:xfrm>
            <ns1:off x="228600" y="881482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R1</ns1:t>
            </ns1:r>
            <ns1:endParaRPr lang="en-US" sz="600" dirty="0"/>
          </ns1:p>
        </ns0:txBody>
      </ns0:sp>
      <ns0:sp>
        <ns0:nvSpPr>
          <ns0:cNvPr id="83" name="Shape 81"/>
          <ns0:cNvSpPr/>
          <ns0:nvPr/>
        </ns0:nvSpPr>
        <ns0:spPr>
          <ns1:xfrm>
            <ns1:off x="228600" y="956462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84" name="Text 82"/>
          <ns0:cNvSpPr txBox="1"/>
          <ns0:nvPr/>
        </ns0:nvSpPr>
        <ns0:spPr>
          <ns1:xfrm>
            <ns1:off x="228600" y="950976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R2</ns1:t>
            </ns1:r>
            <ns1:endParaRPr lang="en-US" sz="600" dirty="0"/>
          </ns1:p>
        </ns0:txBody>
      </ns0:sp>
      <ns0:sp>
        <ns0:nvSpPr>
          <ns0:cNvPr id="85" name="Shape 83"/>
          <ns0:cNvSpPr/>
          <ns0:nvPr/>
        </ns0:nvSpPr>
        <ns0:spPr>
          <ns1:xfrm>
            <ns1:off x="228600" y="1025957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86" name="Text 84"/>
          <ns0:cNvSpPr txBox="1"/>
          <ns0:nvPr/>
        </ns0:nvSpPr>
        <ns0:spPr>
          <ns1:xfrm>
            <ns1:off x="228600" y="1020470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R3</ns1:t>
            </ns1:r>
            <ns1:endParaRPr lang="en-US" sz="600" dirty="0"/>
          </ns1:p>
        </ns0:txBody>
      </ns0:sp>
      <ns0:sp>
        <ns0:nvSpPr>
          <ns0:cNvPr id="87" name="Shape 85"/>
          <ns0:cNvSpPr/>
          <ns0:nvPr/>
        </ns0:nvSpPr>
        <ns0:spPr>
          <ns1:xfrm>
            <ns1:off x="228600" y="1095451"/>
            <ns1:ext cx="164592" cy="6217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88" name="Text 86"/>
          <ns0:cNvSpPr txBox="1"/>
          <ns0:nvPr/>
        </ns0:nvSpPr>
        <ns0:spPr>
          <ns1:xfrm>
            <ns1:off x="228600" y="1089965"/>
            <ns1:ext cx="164592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R4</ns1:t>
            </ns1:r>
            <ns1:endParaRPr lang="en-US" sz="600" dirty="0"/>
          </ns1:p>
        </ns0:txBody>
      </ns0:sp>
      <ns0:sp>
        <ns0:nvSpPr>
          <ns0:cNvPr id="89" name="Shape 87"/>
          <ns0:cNvSpPr/>
          <ns0:nvPr/>
        </ns0:nvSpPr>
        <ns0:spPr>
          <ns1:xfrm>
            <ns1:off x="420624" y="726034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90" name="Shape 88"/>
          <ns0:cNvSpPr/>
          <ns0:nvPr/>
        </ns0:nvSpPr>
        <ns0:spPr>
          <ns1:xfrm flipV="1">
            <ns1:off x="457200" y="785698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91" name="Shape 89"/>
          <ns0:cNvSpPr/>
          <ns0:nvPr/>
        </ns0:nvSpPr>
        <ns0:spPr>
          <ns1:xfrm rot="10800000">
            <ns1:off x="443484" y="780898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92" name="Shape 90"/>
          <ns0:cNvSpPr/>
          <ns0:nvPr/>
        </ns0:nvSpPr>
        <ns0:spPr>
          <ns1:xfrm>
            <ns1:off x="940577" y="726034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93" name="Shape 91"/>
          <ns0:cNvSpPr/>
          <ns0:nvPr/>
        </ns0:nvSpPr>
        <ns0:spPr>
          <ns1:xfrm flipV="1">
            <ns1:off x="977153" y="785698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94" name="Shape 92"/>
          <ns0:cNvSpPr/>
          <ns0:nvPr/>
        </ns0:nvSpPr>
        <ns0:spPr>
          <ns1:xfrm rot="10800000">
            <ns1:off x="963437" y="780898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95" name="Shape 93"/>
          <ns0:cNvSpPr/>
          <ns0:nvPr/>
        </ns0:nvSpPr>
        <ns0:spPr>
          <ns1:xfrm>
            <ns1:off x="1460530" y="726034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96" name="Shape 94"/>
          <ns0:cNvSpPr/>
          <ns0:nvPr/>
        </ns0:nvSpPr>
        <ns0:spPr>
          <ns1:xfrm flipV="1">
            <ns1:off x="1497106" y="785698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97" name="Shape 95"/>
          <ns0:cNvSpPr/>
          <ns0:nvPr/>
        </ns0:nvSpPr>
        <ns0:spPr>
          <ns1:xfrm rot="10800000">
            <ns1:off x="1483390" y="780898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98" name="Shape 96"/>
          <ns0:cNvSpPr/>
          <ns0:nvPr/>
        </ns0:nvSpPr>
        <ns0:spPr>
          <ns1:xfrm>
            <ns1:off x="1980483" y="726034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99" name="Shape 97"/>
          <ns0:cNvSpPr/>
          <ns0:nvPr/>
        </ns0:nvSpPr>
        <ns0:spPr>
          <ns1:xfrm flipV="1">
            <ns1:off x="2017059" y="785698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100" name="Shape 98"/>
          <ns0:cNvSpPr/>
          <ns0:nvPr/>
        </ns0:nvSpPr>
        <ns0:spPr>
          <ns1:xfrm rot="10800000">
            <ns1:off x="2003343" y="780898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101" name="Shape 99"/>
          <ns0:cNvSpPr/>
          <ns0:nvPr/>
        </ns0:nvSpPr>
        <ns0:spPr>
          <ns1:xfrm>
            <ns1:off x="2500436" y="726034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102" name="Shape 100"/>
          <ns0:cNvSpPr/>
          <ns0:nvPr/>
        </ns0:nvSpPr>
        <ns0:spPr>
          <ns1:xfrm flipV="1">
            <ns1:off x="2537012" y="785698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103" name="Shape 101"/>
          <ns0:cNvSpPr/>
          <ns0:nvPr/>
        </ns0:nvSpPr>
        <ns0:spPr>
          <ns1:xfrm rot="10800000">
            <ns1:off x="2523296" y="780898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104" name="Shape 102"/>
          <ns0:cNvSpPr/>
          <ns0:nvPr/>
        </ns0:nvSpPr>
        <ns0:spPr>
          <ns1:xfrm>
            <ns1:off x="3020389" y="726034"/>
            <ns1:ext cx="73152" cy="73152"/>
          </ns1:xfrm>
          <ns1:prstGeom prst="star5">
            <ns1:avLst/>
          </ns1:prstGeom>
          <ns1:solidFill>
            <ns1:srgbClr val="FFFFFF"/>
          </ns1:solidFill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105" name="Shape 103"/>
          <ns0:cNvSpPr/>
          <ns0:nvPr/>
        </ns0:nvSpPr>
        <ns0:spPr>
          <ns1:xfrm flipV="1">
            <ns1:off x="3056965" y="785698"/>
            <ns1:ext cx="0" cy="18059"/>
          </ns1:xfrm>
          <ns1:prstGeom prst="line">
            <ns1:avLst/>
          </ns1:prstGeom>
          <ns1:noFill/>
          <ns1:ln w="7620">
            <ns1:solidFill>
              <ns1:srgbClr val="000000"/>
            </ns1:solidFill>
            <ns1:prstDash val="solid"/>
          </ns1:ln>
        </ns0:spPr>
      </ns0:sp>
      <ns0:sp>
        <ns0:nvSpPr>
          <ns0:cNvPr id="106" name="Shape 104"/>
          <ns0:cNvSpPr/>
          <ns0:nvPr/>
        </ns0:nvSpPr>
        <ns0:spPr>
          <ns1:xfrm rot="10800000">
            <ns1:off x="3043249" y="780898"/>
            <ns1:ext cx="27432" cy="32004"/>
          </ns1:xfrm>
          <ns1:prstGeom prst="triangle">
            <ns1:avLst/>
          </ns1:prstGeom>
          <ns1:solidFill>
            <ns1:srgbClr val="000000"/>
          </ns1:solidFill>
          <ns1:ln/>
        </ns0:spPr>
      </ns0:sp>
      <ns0:sp>
        <ns0:nvSpPr>
          <ns0:cNvPr id="107" name="Shape 105"/>
          <ns0:cNvSpPr/>
          <ns0:nvPr/>
        </ns0:nvSpPr>
        <ns0:spPr>
          <ns1:xfrm>
            <ns1:off x="457200" y="892912"/>
            <ns1:ext cx="106174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08" name="Shape 106"/>
          <ns0:cNvSpPr/>
          <ns0:nvPr/>
        </ns0:nvSpPr>
        <ns0:spPr>
          <ns1:xfrm>
            <ns1:off x="457200" y="1031900"/>
            <ns1:ext cx="98063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09" name="Shape 107"/>
          <ns0:cNvSpPr/>
          <ns0:nvPr/>
        </ns0:nvSpPr>
        <ns0:spPr>
          <ns1:xfrm>
            <ns1:off x="517203" y="844906"/>
            <ns1:ext cx="270791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10" name="Shape 108"/>
          <ns0:cNvSpPr/>
          <ns0:nvPr/>
        </ns0:nvSpPr>
        <ns0:spPr>
          <ns1:xfrm>
            <ns1:off x="517203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11" name="Shape 109"/>
          <ns0:cNvSpPr/>
          <ns0:nvPr/>
        </ns0:nvSpPr>
        <ns0:spPr>
          <ns1:xfrm>
            <ns1:off x="787994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12" name="Text 110"/>
          <ns0:cNvSpPr txBox="1"/>
          <ns0:nvPr/>
        </ns0:nvSpPr>
        <ns0:spPr>
          <ns1:xfrm>
            <ns1:off x="517203" y="758038"/>
            <ns1:ext cx="270791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26</ns1:t>
            </ns1:r>
            <ns1:endParaRPr lang="en-US" sz="600" dirty="0"/>
          </ns1:p>
        </ns0:txBody>
      </ns0:sp>
      <ns0:sp>
        <ns0:nvSpPr>
          <ns0:cNvPr id="113" name="Shape 111"/>
          <ns0:cNvSpPr/>
          <ns0:nvPr/>
        </ns0:nvSpPr>
        <ns0:spPr>
          <ns1:xfrm>
            <ns1:off x="580845" y="892912"/>
            <ns1:ext cx="207149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14" name="Shape 112"/>
          <ns0:cNvSpPr/>
          <ns0:nvPr/>
        </ns0:nvSpPr>
        <ns0:spPr>
          <ns1:xfrm>
            <ns1:off x="787994" y="892912"/>
            <ns1:ext cx="301157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15" name="Shape 113"/>
          <ns0:cNvSpPr/>
          <ns0:nvPr/>
        </ns0:nvSpPr>
        <ns0:spPr>
          <ns1:xfrm>
            <ns1:off x="521882" y="962406"/>
            <ns1:ext cx="97439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16" name="Shape 114"/>
          <ns0:cNvSpPr/>
          <ns0:nvPr/>
        </ns0:nvSpPr>
        <ns0:spPr>
          <ns1:xfrm>
            <ns1:off x="619321" y="962406"/>
            <ns1:ext cx="387573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17" name="Shape 115"/>
          <ns0:cNvSpPr/>
          <ns0:nvPr/>
        </ns0:nvSpPr>
        <ns0:spPr>
          <ns1:xfrm>
            <ns1:off x="585420" y="1031900"/>
            <ns1:ext cx="178240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18" name="Shape 116"/>
          <ns0:cNvSpPr/>
          <ns0:nvPr/>
        </ns0:nvSpPr>
        <ns0:spPr>
          <ns1:xfrm>
            <ns1:off x="763660" y="1031900"/>
            <ns1:ext cx="315819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19" name="Shape 117"/>
          <ns0:cNvSpPr/>
          <ns0:nvPr/>
        </ns0:nvSpPr>
        <ns0:spPr>
          <ns1:xfrm>
            <ns1:off x="522402" y="1101395"/>
            <ns1:ext cx="121253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20" name="Shape 118"/>
          <ns0:cNvSpPr/>
          <ns0:nvPr/>
        </ns0:nvSpPr>
        <ns0:spPr>
          <ns1:xfrm>
            <ns1:off x="643655" y="1101395"/>
            <ns1:ext cx="372806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21" name="Shape 119"/>
          <ns0:cNvSpPr/>
          <ns0:nvPr/>
        </ns0:nvSpPr>
        <ns0:spPr>
          <ns1:xfrm>
            <ns1:off x="1042875" y="844906"/>
            <ns1:ext cx="271103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22" name="Shape 120"/>
          <ns0:cNvSpPr/>
          <ns0:nvPr/>
        </ns0:nvSpPr>
        <ns0:spPr>
          <ns1:xfrm>
            <ns1:off x="1042875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23" name="Shape 121"/>
          <ns0:cNvSpPr/>
          <ns0:nvPr/>
        </ns0:nvSpPr>
        <ns0:spPr>
          <ns1:xfrm>
            <ns1:off x="1313978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24" name="Text 122"/>
          <ns0:cNvSpPr txBox="1"/>
          <ns0:nvPr/>
        </ns0:nvSpPr>
        <ns0:spPr>
          <ns1:xfrm>
            <ns1:off x="1042875" y="758038"/>
            <ns1:ext cx="271103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26</ns1:t>
            </ns1:r>
            <ns1:endParaRPr lang="en-US" sz="600" dirty="0"/>
          </ns1:p>
        </ns0:txBody>
      </ns0:sp>
      <ns0:sp>
        <ns0:nvSpPr>
          <ns0:cNvPr id="125" name="Shape 123"/>
          <ns0:cNvSpPr/>
          <ns0:nvPr/>
        </ns0:nvSpPr>
        <ns0:spPr>
          <ns1:xfrm>
            <ns1:off x="1107453" y="892912"/>
            <ns1:ext cx="206525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26" name="Shape 124"/>
          <ns0:cNvSpPr/>
          <ns0:nvPr/>
        </ns0:nvSpPr>
        <ns0:spPr>
          <ns1:xfrm>
            <ns1:off x="1313978" y="892912"/>
            <ns1:ext cx="300949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27" name="Shape 125"/>
          <ns0:cNvSpPr/>
          <ns0:nvPr/>
        </ns0:nvSpPr>
        <ns0:spPr>
          <ns1:xfrm>
            <ns1:off x="1048075" y="962406"/>
            <ns1:ext cx="10180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28" name="Shape 126"/>
          <ns0:cNvSpPr/>
          <ns0:nvPr/>
        </ns0:nvSpPr>
        <ns0:spPr>
          <ns1:xfrm>
            <ns1:off x="1149881" y="962406"/>
            <ns1:ext cx="382789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29" name="Shape 127"/>
          <ns0:cNvSpPr/>
          <ns0:nvPr/>
        </ns0:nvSpPr>
        <ns0:spPr>
          <ns1:xfrm>
            <ns1:off x="1099446" y="1031900"/>
            <ns1:ext cx="189991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30" name="Shape 128"/>
          <ns0:cNvSpPr/>
          <ns0:nvPr/>
        </ns0:nvSpPr>
        <ns0:spPr>
          <ns1:xfrm>
            <ns1:off x="1289437" y="1031900"/>
            <ns1:ext cx="315923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31" name="Shape 129"/>
          <ns0:cNvSpPr/>
          <ns0:nvPr/>
        </ns0:nvSpPr>
        <ns0:spPr>
          <ns1:xfrm>
            <ns1:off x="1048698" y="1101395"/>
            <ns1:ext cx="12083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32" name="Shape 130"/>
          <ns0:cNvSpPr/>
          <ns0:nvPr/>
        </ns0:nvSpPr>
        <ns0:spPr>
          <ns1:xfrm>
            <ns1:off x="1169536" y="1101395"/>
            <ns1:ext cx="372806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33" name="Shape 131"/>
          <ns0:cNvSpPr/>
          <ns0:nvPr/>
        </ns0:nvSpPr>
        <ns0:spPr>
          <ns1:xfrm>
            <ns1:off x="1568755" y="844906"/>
            <ns1:ext cx="270791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34" name="Shape 132"/>
          <ns0:cNvSpPr/>
          <ns0:nvPr/>
        </ns0:nvSpPr>
        <ns0:spPr>
          <ns1:xfrm>
            <ns1:off x="1568755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35" name="Shape 133"/>
          <ns0:cNvSpPr/>
          <ns0:nvPr/>
        </ns0:nvSpPr>
        <ns0:spPr>
          <ns1:xfrm>
            <ns1:off x="1839547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36" name="Text 134"/>
          <ns0:cNvSpPr txBox="1"/>
          <ns0:nvPr/>
        </ns0:nvSpPr>
        <ns0:spPr>
          <ns1:xfrm>
            <ns1:off x="1568755" y="758038"/>
            <ns1:ext cx="270791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26</ns1:t>
            </ns1:r>
            <ns1:endParaRPr lang="en-US" sz="600" dirty="0"/>
          </ns1:p>
        </ns0:txBody>
      </ns0:sp>
      <ns0:sp>
        <ns0:nvSpPr>
          <ns0:cNvPr id="137" name="Shape 135"/>
          <ns0:cNvSpPr/>
          <ns0:nvPr/>
        </ns0:nvSpPr>
        <ns0:spPr>
          <ns1:xfrm>
            <ns1:off x="1634373" y="892912"/>
            <ns1:ext cx="205173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38" name="Shape 136"/>
          <ns0:cNvSpPr/>
          <ns0:nvPr/>
        </ns0:nvSpPr>
        <ns0:spPr>
          <ns1:xfrm>
            <ns1:off x="1839547" y="892912"/>
            <ns1:ext cx="301157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39" name="Shape 137"/>
          <ns0:cNvSpPr/>
          <ns0:nvPr/>
        </ns0:nvSpPr>
        <ns0:spPr>
          <ns1:xfrm>
            <ns1:off x="1573435" y="962406"/>
            <ns1:ext cx="105134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40" name="Shape 138"/>
          <ns0:cNvSpPr/>
          <ns0:nvPr/>
        </ns0:nvSpPr>
        <ns0:spPr>
          <ns1:xfrm>
            <ns1:off x="1678569" y="962406"/>
            <ns1:ext cx="382373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41" name="Shape 139"/>
          <ns0:cNvSpPr/>
          <ns0:nvPr/>
        </ns0:nvSpPr>
        <ns0:spPr>
          <ns1:xfrm>
            <ns1:off x="1627718" y="1031900"/>
            <ns1:ext cx="187495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42" name="Shape 140"/>
          <ns0:cNvSpPr/>
          <ns0:nvPr/>
        </ns0:nvSpPr>
        <ns0:spPr>
          <ns1:xfrm>
            <ns1:off x="1815213" y="1031900"/>
            <ns1:ext cx="315819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43" name="Shape 141"/>
          <ns0:cNvSpPr/>
          <ns0:nvPr/>
        </ns0:nvSpPr>
        <ns0:spPr>
          <ns1:xfrm>
            <ns1:off x="1574267" y="1101395"/>
            <ns1:ext cx="121045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44" name="Shape 142"/>
          <ns0:cNvSpPr/>
          <ns0:nvPr/>
        </ns0:nvSpPr>
        <ns0:spPr>
          <ns1:xfrm>
            <ns1:off x="1695312" y="1101395"/>
            <ns1:ext cx="375198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45" name="Shape 143"/>
          <ns0:cNvSpPr/>
          <ns0:nvPr/>
        </ns0:nvSpPr>
        <ns0:spPr>
          <ns1:xfrm>
            <ns1:off x="2027562" y="844906"/>
            <ns1:ext cx="337761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46" name="Shape 144"/>
          <ns0:cNvSpPr/>
          <ns0:nvPr/>
        </ns0:nvSpPr>
        <ns0:spPr>
          <ns1:xfrm>
            <ns1:off x="2027562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47" name="Shape 145"/>
          <ns0:cNvSpPr/>
          <ns0:nvPr/>
        </ns0:nvSpPr>
        <ns0:spPr>
          <ns1:xfrm>
            <ns1:off x="2365323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48" name="Text 146"/>
          <ns0:cNvSpPr txBox="1"/>
          <ns0:nvPr/>
        </ns0:nvSpPr>
        <ns0:spPr>
          <ns1:xfrm>
            <ns1:off x="2027562" y="758038"/>
            <ns1:ext cx="337761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32</ns1:t>
            </ns1:r>
            <ns1:endParaRPr lang="en-US" sz="600" dirty="0"/>
          </ns1:p>
        </ns0:txBody>
      </ns0:sp>
      <ns0:sp>
        <ns0:nvSpPr>
          <ns0:cNvPr id="149" name="Shape 147"/>
          <ns0:cNvSpPr/>
          <ns0:nvPr/>
        </ns0:nvSpPr>
        <ns0:spPr>
          <ns1:xfrm>
            <ns1:off x="2160046" y="892912"/>
            <ns1:ext cx="20527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50" name="Shape 148"/>
          <ns0:cNvSpPr/>
          <ns0:nvPr/>
        </ns0:nvSpPr>
        <ns0:spPr>
          <ns1:xfrm>
            <ns1:off x="2365323" y="892912"/>
            <ns1:ext cx="299285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51" name="Shape 149"/>
          <ns0:cNvSpPr/>
          <ns0:nvPr/>
        </ns0:nvSpPr>
        <ns0:spPr>
          <ns1:xfrm>
            <ns1:off x="2080181" y="962406"/>
            <ns1:ext cx="121669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52" name="Shape 150"/>
          <ns0:cNvSpPr/>
          <ns0:nvPr/>
        </ns0:nvSpPr>
        <ns0:spPr>
          <ns1:xfrm>
            <ns1:off x="2201850" y="962406"/>
            <ns1:ext cx="384973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53" name="Shape 151"/>
          <ns0:cNvSpPr/>
          <ns0:nvPr/>
        </ns0:nvSpPr>
        <ns0:spPr>
          <ns1:xfrm>
            <ns1:off x="2149959" y="1031900"/>
            <ns1:ext cx="19092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54" name="Shape 152"/>
          <ns0:cNvSpPr/>
          <ns0:nvPr/>
        </ns0:nvSpPr>
        <ns0:spPr>
          <ns1:xfrm>
            <ns1:off x="2340886" y="1031900"/>
            <ns1:ext cx="319251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55" name="Shape 153"/>
          <ns0:cNvSpPr/>
          <ns0:nvPr/>
        </ns0:nvSpPr>
        <ns0:spPr>
          <ns1:xfrm>
            <ns1:off x="2090788" y="1101395"/>
            <ns1:ext cx="130300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56" name="Shape 154"/>
          <ns0:cNvSpPr/>
          <ns0:nvPr/>
        </ns0:nvSpPr>
        <ns0:spPr>
          <ns1:xfrm>
            <ns1:off x="2221088" y="1101395"/>
            <ns1:ext cx="376030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57" name="Shape 155"/>
          <ns0:cNvSpPr/>
          <ns0:nvPr/>
        </ns0:nvSpPr>
        <ns0:spPr>
          <ns1:xfrm>
            <ns1:off x="2553234" y="844906"/>
            <ns1:ext cx="361887" cy="0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58" name="Shape 156"/>
          <ns0:cNvSpPr/>
          <ns0:nvPr/>
        </ns0:nvSpPr>
        <ns0:spPr>
          <ns1:xfrm>
            <ns1:off x="2553234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59" name="Shape 157"/>
          <ns0:cNvSpPr/>
          <ns0:nvPr/>
        </ns0:nvSpPr>
        <ns0:spPr>
          <ns1:xfrm>
            <ns1:off x="2915122" y="817474"/>
            <ns1:ext cx="0" cy="54864"/>
          </ns1:xfrm>
          <ns1:prstGeom prst="line">
            <ns1:avLst/>
          </ns1:prstGeom>
          <ns1:noFill/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160" name="Text 158"/>
          <ns0:cNvSpPr txBox="1"/>
          <ns0:nvPr/>
        </ns0:nvSpPr>
        <ns0:spPr>
          <ns1:xfrm>
            <ns1:off x="2553234" y="758038"/>
            <ns1:ext cx="361887" cy="7315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35</ns1:t>
            </ns1:r>
            <ns1:endParaRPr lang="en-US" sz="600" dirty="0"/>
          </ns1:p>
        </ns0:txBody>
      </ns0:sp>
      <ns0:sp>
        <ns0:nvSpPr>
          <ns0:cNvPr id="161" name="Shape 159"/>
          <ns0:cNvSpPr/>
          <ns0:nvPr/>
        </ns0:nvSpPr>
        <ns0:spPr>
          <ns1:xfrm>
            <ns1:off x="2685094" y="892912"/>
            <ns1:ext cx="157962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62" name="Shape 160"/>
          <ns0:cNvSpPr/>
          <ns0:nvPr/>
        </ns0:nvSpPr>
        <ns0:spPr>
          <ns1:xfrm>
            <ns1:off x="2843056" y="892912"/>
            <ns1:ext cx="265904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63" name="Shape 161"/>
          <ns0:cNvSpPr/>
          <ns0:nvPr/>
        </ns0:nvSpPr>
        <ns0:spPr>
          <ns1:xfrm>
            <ns1:off x="2605750" y="962406"/>
            <ns1:ext cx="123437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64" name="Shape 162"/>
          <ns0:cNvSpPr/>
          <ns0:nvPr/>
        </ns0:nvSpPr>
        <ns0:spPr>
          <ns1:xfrm>
            <ns1:off x="2729186" y="962406"/>
            <ns1:ext cx="333706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65" name="Shape 163"/>
          <ns0:cNvSpPr/>
          <ns0:nvPr/>
        </ns0:nvSpPr>
        <ns0:spPr>
          <ns1:xfrm>
            <ns1:off x="2692478" y="1031900"/>
            <ns1:ext cx="222644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66" name="Shape 164"/>
          <ns0:cNvSpPr/>
          <ns0:nvPr/>
        </ns0:nvSpPr>
        <ns0:spPr>
          <ns1:xfrm>
            <ns1:off x="2915122" y="1031900"/>
            <ns1:ext cx="193838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67" name="Shape 165"/>
          <ns0:cNvSpPr/>
          <ns0:nvPr/>
        </ns0:nvSpPr>
        <ns0:spPr>
          <ns1:xfrm>
            <ns1:off x="2653169" y="1101395"/>
            <ns1:ext cx="141531" cy="50292"/>
          </ns1:xfrm>
          <ns1:prstGeom prst="roundRect">
            <ns1:avLst>
              <ns1:gd name="adj" fmla="val 50000"/>
            </ns1:avLst>
          </ns1:prstGeom>
          <ns1:solidFill>
            <ns1:srgbClr val="C5E0B4"/>
          </ns1:solidFill>
          <ns1:ln w="7620">
            <ns1:solidFill>
              <ns1:srgbClr val="548235"/>
            </ns1:solidFill>
            <ns1:prstDash val="solid"/>
          </ns1:ln>
        </ns0:spPr>
      </ns0:sp>
      <ns0:sp>
        <ns0:nvSpPr>
          <ns0:cNvPr id="168" name="Shape 166"/>
          <ns0:cNvSpPr/>
          <ns0:nvPr/>
        </ns0:nvSpPr>
        <ns0:spPr>
          <ns1:xfrm>
            <ns1:off x="2794700" y="1101395"/>
            <ns1:ext cx="314260" cy="50292"/>
          </ns1:xfrm>
          <ns1:prstGeom prst="roundRect">
            <ns1:avLst>
              <ns1:gd name="adj" fmla="val 50000"/>
            </ns1:avLst>
          </ns1:prstGeom>
          <ns1:solidFill>
            <ns1:srgbClr val="BDD7EE"/>
          </ns1:solidFill>
          <ns1:ln w="7620">
            <ns1:solidFill>
              <ns1:srgbClr val="2E75B6"/>
            </ns1:solidFill>
            <ns1:prstDash val="solid"/>
          </ns1:ln>
        </ns0:spPr>
      </ns0:sp>
      <ns0:sp>
        <ns0:nvSpPr>
          <ns0:cNvPr id="169" name="Shape 167"/>
          <ns0:cNvSpPr/>
          <ns0:nvPr/>
        </ns0:nvSpPr>
        <ns0:spPr>
          <ns1:xfrm>
            <ns1:off x="457200" y="1209751"/>
            <ns1:ext cx="2651760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0" name="Shape 168"/>
          <ns0:cNvSpPr/>
          <ns0:nvPr/>
        </ns0:nvSpPr>
        <ns0:spPr>
          <ns1:xfrm>
            <ns1:off x="457200" y="1209751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1" name="Text 169"/>
          <ns0:cNvSpPr txBox="1"/>
          <ns0:nvPr/>
        </ns0:nvSpPr>
        <ns0:spPr>
          <ns1:xfrm>
            <ns1:off x="274320" y="124175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</ns1:t>
            </ns1:r>
            <ns1:endParaRPr lang="en-US" sz="700" dirty="0"/>
          </ns1:p>
        </ns0:txBody>
      </ns0:sp>
      <ns0:sp>
        <ns0:nvSpPr>
          <ns0:cNvPr id="172" name="Shape 170"/>
          <ns0:cNvSpPr/>
          <ns0:nvPr/>
        </ns0:nvSpPr>
        <ns0:spPr>
          <ns1:xfrm>
            <ns1:off x="977153" y="1209751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3" name="Text 171"/>
          <ns0:cNvSpPr txBox="1"/>
          <ns0:nvPr/>
        </ns0:nvSpPr>
        <ns0:spPr>
          <ns1:xfrm>
            <ns1:off x="794273" y="124175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50</ns1:t>
            </ns1:r>
            <ns1:endParaRPr lang="en-US" sz="700" dirty="0"/>
          </ns1:p>
        </ns0:txBody>
      </ns0:sp>
      <ns0:sp>
        <ns0:nvSpPr>
          <ns0:cNvPr id="174" name="Shape 172"/>
          <ns0:cNvSpPr/>
          <ns0:nvPr/>
        </ns0:nvSpPr>
        <ns0:spPr>
          <ns1:xfrm>
            <ns1:off x="1497106" y="1209751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5" name="Text 173"/>
          <ns0:cNvSpPr txBox="1"/>
          <ns0:nvPr/>
        </ns0:nvSpPr>
        <ns0:spPr>
          <ns1:xfrm>
            <ns1:off x="1314226" y="124175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100</ns1:t>
            </ns1:r>
            <ns1:endParaRPr lang="en-US" sz="700" dirty="0"/>
          </ns1:p>
        </ns0:txBody>
      </ns0:sp>
      <ns0:sp>
        <ns0:nvSpPr>
          <ns0:cNvPr id="176" name="Shape 174"/>
          <ns0:cNvSpPr/>
          <ns0:nvPr/>
        </ns0:nvSpPr>
        <ns0:spPr>
          <ns1:xfrm>
            <ns1:off x="2017059" y="1209751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7" name="Text 175"/>
          <ns0:cNvSpPr txBox="1"/>
          <ns0:nvPr/>
        </ns0:nvSpPr>
        <ns0:spPr>
          <ns1:xfrm>
            <ns1:off x="1834179" y="124175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150</ns1:t>
            </ns1:r>
            <ns1:endParaRPr lang="en-US" sz="700" dirty="0"/>
          </ns1:p>
        </ns0:txBody>
      </ns0:sp>
      <ns0:sp>
        <ns0:nvSpPr>
          <ns0:cNvPr id="178" name="Shape 176"/>
          <ns0:cNvSpPr/>
          <ns0:nvPr/>
        </ns0:nvSpPr>
        <ns0:spPr>
          <ns1:xfrm>
            <ns1:off x="2537012" y="1209751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9" name="Text 177"/>
          <ns0:cNvSpPr txBox="1"/>
          <ns0:nvPr/>
        </ns0:nvSpPr>
        <ns0:spPr>
          <ns1:xfrm>
            <ns1:off x="2354132" y="124175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200</ns1:t>
            </ns1:r>
            <ns1:endParaRPr lang="en-US" sz="700" dirty="0"/>
          </ns1:p>
        </ns0:txBody>
      </ns0:sp>
      <ns0:sp>
        <ns0:nvSpPr>
          <ns0:cNvPr id="180" name="Shape 178"/>
          <ns0:cNvSpPr/>
          <ns0:nvPr/>
        </ns0:nvSpPr>
        <ns0:spPr>
          <ns1:xfrm>
            <ns1:off x="3056965" y="1209751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81" name="Text 179"/>
          <ns0:cNvSpPr txBox="1"/>
          <ns0:nvPr/>
        </ns0:nvSpPr>
        <ns0:spPr>
          <ns1:xfrm>
            <ns1:off x="2874085" y="124175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250</ns1:t>
            </ns1:r>
            <ns1:endParaRPr lang="en-US" sz="700" dirty="0"/>
          </ns1:p>
        </ns0:txBody>
      </ns0:sp>
      <ns0:sp>
        <ns0:nvSpPr>
          <ns0:cNvPr id="182" name="Text 180"/>
          <ns0:cNvSpPr txBox="1"/>
          <ns0:nvPr/>
        </ns0:nvSpPr>
        <ns0:spPr>
          <ns1:xfrm>
            <ns1:off x="457200" y="1342339"/>
            <ns1:ext cx="2651760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Time since frame </ns1:t>
            </ns1:r>
            <ns1:pPr algn="ctr" indent="0" marL="0">
              <ns1:buNone/>
            </ns1:pPr>
            <ns1:r>
              <ns1:rPr lang="en-US" sz="75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 arrived (ms)</ns1:t>
            </ns1:r>
            <ns1:endParaRPr lang="en-US" sz="75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fig2_trace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