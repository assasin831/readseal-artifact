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510528" cy="1993392"/>
  <p:notesSz cx="1993392" cy="651052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" y="18288"/>
            <a:ext cx="73152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8288"/>
            <a:ext cx="73152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914400" y="27432"/>
            <a:ext cx="0" cy="1212494"/>
          </a:xfrm>
          <a:prstGeom prst="line">
            <a:avLst/>
          </a:prstGeom>
          <a:noFill/>
          <a:ln w="12700">
            <a:solidFill>
              <a:srgbClr val="A6A6A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32688" y="445084"/>
            <a:ext cx="24688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932688" y="1174775"/>
            <a:ext cx="24688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74320" y="197510"/>
            <a:ext cx="512064" cy="234544"/>
          </a:xfrm>
          <a:prstGeom prst="roundRect">
            <a:avLst>
              <a:gd name="adj" fmla="val 13645"/>
            </a:avLst>
          </a:prstGeom>
          <a:solidFill>
            <a:srgbClr val="F8CBAD"/>
          </a:solidFill>
          <a:ln w="9525">
            <a:solidFill>
              <a:srgbClr val="C55A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40944"/>
            <a:ext cx="512064" cy="234544"/>
          </a:xfrm>
          <a:prstGeom prst="roundRect">
            <a:avLst>
              <a:gd name="adj" fmla="val 13645"/>
            </a:avLst>
          </a:prstGeom>
          <a:solidFill>
            <a:srgbClr val="F8CBAD"/>
          </a:solidFill>
          <a:ln w="9525">
            <a:solidFill>
              <a:srgbClr val="C55A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84378"/>
            <a:ext cx="512064" cy="234544"/>
          </a:xfrm>
          <a:prstGeom prst="roundRect">
            <a:avLst>
              <a:gd name="adj" fmla="val 13645"/>
            </a:avLst>
          </a:prstGeom>
          <a:solidFill>
            <a:srgbClr val="F8CBAD"/>
          </a:solidFill>
          <a:ln w="9525">
            <a:solidFill>
              <a:srgbClr val="C55A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" y="284378"/>
            <a:ext cx="512064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38912" y="536296"/>
            <a:ext cx="0" cy="158877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404622" y="684886"/>
            <a:ext cx="68580" cy="68580"/>
          </a:xfrm>
          <a:prstGeom prst="triangle">
            <a:avLst/>
          </a:prstGeom>
          <a:solidFill>
            <a:srgbClr val="7F7F7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288" y="1040130"/>
            <a:ext cx="877824" cy="1389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901141"/>
            <a:ext cx="289179" cy="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900684" y="866851"/>
            <a:ext cx="68580" cy="68580"/>
          </a:xfrm>
          <a:prstGeom prst="triangle">
            <a:avLst/>
          </a:prstGeom>
          <a:solidFill>
            <a:srgbClr val="7F7F7F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" y="753466"/>
            <a:ext cx="365760" cy="312725"/>
          </a:xfrm>
          <a:prstGeom prst="can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8408" y="814273"/>
            <a:ext cx="36576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ReadSeal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353312" y="935888"/>
            <a:ext cx="78867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1421892" y="901598"/>
            <a:ext cx="68580" cy="68580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20" name="Shape 18"/>
          <p:cNvSpPr/>
          <p:nvPr/>
        </p:nvSpPr>
        <p:spPr>
          <a:xfrm>
            <a:off x="969264" y="128016"/>
            <a:ext cx="420624" cy="269291"/>
          </a:xfrm>
          <a:prstGeom prst="roundRect">
            <a:avLst>
              <a:gd name="adj" fmla="val 11885"/>
            </a:avLst>
          </a:prstGeom>
          <a:solidFill>
            <a:srgbClr val="C55A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" y="136703"/>
            <a:ext cx="420624" cy="251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fusion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463040" y="128016"/>
            <a:ext cx="425196" cy="269291"/>
          </a:xfrm>
          <a:prstGeom prst="roundRect">
            <a:avLst>
              <a:gd name="adj" fmla="val 11885"/>
            </a:avLst>
          </a:prstGeom>
          <a:solidFill>
            <a:srgbClr val="ED7D3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63040" y="136703"/>
            <a:ext cx="425196" cy="251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1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961388" y="128016"/>
            <a:ext cx="425196" cy="269291"/>
          </a:xfrm>
          <a:prstGeom prst="roundRect">
            <a:avLst>
              <a:gd name="adj" fmla="val 11885"/>
            </a:avLst>
          </a:prstGeom>
          <a:solidFill>
            <a:srgbClr val="ED7D3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961388" y="136703"/>
            <a:ext cx="425196" cy="251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2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59736" y="128016"/>
            <a:ext cx="425196" cy="269291"/>
          </a:xfrm>
          <a:prstGeom prst="roundRect">
            <a:avLst>
              <a:gd name="adj" fmla="val 11885"/>
            </a:avLst>
          </a:prstGeom>
          <a:solidFill>
            <a:srgbClr val="ED7D3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459736" y="136703"/>
            <a:ext cx="425196" cy="251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3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958084" y="128016"/>
            <a:ext cx="425196" cy="269291"/>
          </a:xfrm>
          <a:prstGeom prst="roundRect">
            <a:avLst>
              <a:gd name="adj" fmla="val 11885"/>
            </a:avLst>
          </a:prstGeom>
          <a:solidFill>
            <a:srgbClr val="ED7D3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958084" y="136703"/>
            <a:ext cx="425196" cy="251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4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71600" y="405994"/>
            <a:ext cx="176466" cy="377196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9295686">
            <a:off x="1523947" y="770641"/>
            <a:ext cx="68580" cy="68580"/>
          </a:xfrm>
          <a:prstGeom prst="triangle">
            <a:avLst/>
          </a:prstGeom>
          <a:solidFill>
            <a:srgbClr val="ED7D31"/>
          </a:solidFill>
          <a:ln/>
        </p:spPr>
      </p:sp>
      <p:sp>
        <p:nvSpPr>
          <p:cNvPr id="32" name="Shape 30"/>
          <p:cNvSpPr/>
          <p:nvPr/>
        </p:nvSpPr>
        <p:spPr>
          <a:xfrm>
            <a:off x="973836" y="485546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73836" y="485546"/>
            <a:ext cx="11887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1101852" y="497205"/>
            <a:ext cx="274320" cy="95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73836" y="624535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3836" y="624535"/>
            <a:ext cx="11887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1101852" y="636194"/>
            <a:ext cx="274320" cy="95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675638" y="405994"/>
            <a:ext cx="0" cy="28575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0">
            <a:off x="1641348" y="424282"/>
            <a:ext cx="68580" cy="68580"/>
          </a:xfrm>
          <a:prstGeom prst="triangle">
            <a:avLst/>
          </a:prstGeom>
          <a:solidFill>
            <a:srgbClr val="ED7D31"/>
          </a:solidFill>
          <a:ln/>
        </p:spPr>
      </p:sp>
      <p:sp>
        <p:nvSpPr>
          <p:cNvPr id="40" name="Shape 38"/>
          <p:cNvSpPr/>
          <p:nvPr/>
        </p:nvSpPr>
        <p:spPr>
          <a:xfrm>
            <a:off x="1552194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53946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52194" y="736092"/>
            <a:ext cx="30175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52194" y="579730"/>
            <a:ext cx="30175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52194" y="657911"/>
            <a:ext cx="301752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5910" y="585810"/>
            <a:ext cx="274320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565910" y="585810"/>
            <a:ext cx="274320" cy="6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1565910" y="663992"/>
            <a:ext cx="274320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565910" y="663992"/>
            <a:ext cx="274320" cy="6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675638" y="744779"/>
            <a:ext cx="0" cy="32918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1641348" y="767410"/>
            <a:ext cx="68580" cy="68580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51" name="Shape 49"/>
          <p:cNvSpPr/>
          <p:nvPr/>
        </p:nvSpPr>
        <p:spPr>
          <a:xfrm>
            <a:off x="2173986" y="405994"/>
            <a:ext cx="0" cy="28575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2139696" y="424282"/>
            <a:ext cx="68580" cy="68580"/>
          </a:xfrm>
          <a:prstGeom prst="triangle">
            <a:avLst/>
          </a:prstGeom>
          <a:solidFill>
            <a:srgbClr val="ED7D31"/>
          </a:solidFill>
          <a:ln/>
        </p:spPr>
      </p:sp>
      <p:sp>
        <p:nvSpPr>
          <p:cNvPr id="53" name="Shape 51"/>
          <p:cNvSpPr/>
          <p:nvPr/>
        </p:nvSpPr>
        <p:spPr>
          <a:xfrm>
            <a:off x="2073402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74570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73402" y="736092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73402" y="579730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73402" y="657911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39239" y="663992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59" name="Shape 57"/>
          <p:cNvSpPr/>
          <p:nvPr/>
        </p:nvSpPr>
        <p:spPr>
          <a:xfrm>
            <a:off x="2173986" y="744779"/>
            <a:ext cx="0" cy="32918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10800000">
            <a:off x="2139696" y="767410"/>
            <a:ext cx="68580" cy="68580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61" name="Shape 59"/>
          <p:cNvSpPr/>
          <p:nvPr/>
        </p:nvSpPr>
        <p:spPr>
          <a:xfrm>
            <a:off x="2672334" y="405994"/>
            <a:ext cx="0" cy="28575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2638044" y="424282"/>
            <a:ext cx="68580" cy="68580"/>
          </a:xfrm>
          <a:prstGeom prst="triangle">
            <a:avLst/>
          </a:prstGeom>
          <a:solidFill>
            <a:srgbClr val="ED7D31"/>
          </a:solidFill>
          <a:ln/>
        </p:spPr>
      </p:sp>
      <p:sp>
        <p:nvSpPr>
          <p:cNvPr id="63" name="Shape 61"/>
          <p:cNvSpPr/>
          <p:nvPr/>
        </p:nvSpPr>
        <p:spPr>
          <a:xfrm>
            <a:off x="2571750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72918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71750" y="736092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71750" y="579730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71750" y="657911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637587" y="585810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69" name="Shape 67"/>
          <p:cNvSpPr/>
          <p:nvPr/>
        </p:nvSpPr>
        <p:spPr>
          <a:xfrm>
            <a:off x="2637587" y="663992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70" name="Shape 68"/>
          <p:cNvSpPr/>
          <p:nvPr/>
        </p:nvSpPr>
        <p:spPr>
          <a:xfrm>
            <a:off x="2672334" y="744779"/>
            <a:ext cx="0" cy="32918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10800000">
            <a:off x="2638044" y="767410"/>
            <a:ext cx="68580" cy="68580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72" name="Shape 70"/>
          <p:cNvSpPr/>
          <p:nvPr/>
        </p:nvSpPr>
        <p:spPr>
          <a:xfrm>
            <a:off x="3170682" y="405994"/>
            <a:ext cx="0" cy="28575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0800000">
            <a:off x="3136392" y="424282"/>
            <a:ext cx="68580" cy="68580"/>
          </a:xfrm>
          <a:prstGeom prst="triangle">
            <a:avLst/>
          </a:prstGeom>
          <a:solidFill>
            <a:srgbClr val="ED7D31"/>
          </a:solidFill>
          <a:ln/>
        </p:spPr>
      </p:sp>
      <p:sp>
        <p:nvSpPr>
          <p:cNvPr id="74" name="Shape 72"/>
          <p:cNvSpPr/>
          <p:nvPr/>
        </p:nvSpPr>
        <p:spPr>
          <a:xfrm>
            <a:off x="3070098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71266" y="501548"/>
            <a:ext cx="0" cy="23454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0098" y="736092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70098" y="579730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70098" y="657911"/>
            <a:ext cx="201168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135935" y="663992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80" name="Shape 78"/>
          <p:cNvSpPr/>
          <p:nvPr/>
        </p:nvSpPr>
        <p:spPr>
          <a:xfrm>
            <a:off x="3170682" y="744779"/>
            <a:ext cx="0" cy="32918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10800000">
            <a:off x="3136392" y="767410"/>
            <a:ext cx="68580" cy="68580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82" name="Shape 80"/>
          <p:cNvSpPr/>
          <p:nvPr/>
        </p:nvSpPr>
        <p:spPr>
          <a:xfrm>
            <a:off x="1867662" y="468173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867662" y="468173"/>
            <a:ext cx="11887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1867662" y="694030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867662" y="694030"/>
            <a:ext cx="11887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264408" y="13716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264408" y="13716"/>
            <a:ext cx="10972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88" name="Text 86"/>
          <p:cNvSpPr txBox="1"/>
          <p:nvPr/>
        </p:nvSpPr>
        <p:spPr>
          <a:xfrm>
            <a:off x="2263140" y="18288"/>
            <a:ext cx="987552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still carries identity </a:t>
            </a:r>
            <a:pPr algn="r" indent="0" marL="0">
              <a:buNone/>
            </a:pPr>
            <a:r>
              <a:rPr lang="en-US" sz="6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499616" y="844677"/>
            <a:ext cx="1883664" cy="247574"/>
          </a:xfrm>
          <a:prstGeom prst="roundRect">
            <a:avLst>
              <a:gd name="adj" fmla="val 18467"/>
            </a:avLst>
          </a:prstGeom>
          <a:solidFill>
            <a:srgbClr val="5B9BD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499616" y="853364"/>
            <a:ext cx="1883664" cy="2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runtime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publications · hold borrows · reuse slots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057400" y="1100938"/>
            <a:ext cx="0" cy="16322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0800000">
            <a:off x="2023110" y="1253871"/>
            <a:ext cx="68580" cy="68580"/>
          </a:xfrm>
          <a:prstGeom prst="triangle">
            <a:avLst/>
          </a:prstGeom>
          <a:solidFill>
            <a:srgbClr val="4472C4"/>
          </a:solidFill>
          <a:ln/>
        </p:spPr>
      </p:sp>
      <p:sp>
        <p:nvSpPr>
          <p:cNvPr id="93" name="Shape 91"/>
          <p:cNvSpPr/>
          <p:nvPr/>
        </p:nvSpPr>
        <p:spPr>
          <a:xfrm>
            <a:off x="2121408" y="1179119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2121408" y="1179119"/>
            <a:ext cx="69494" cy="6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2203704" y="1179119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203704" y="1179119"/>
            <a:ext cx="69494" cy="6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50" dirty="0"/>
          </a:p>
        </p:txBody>
      </p:sp>
      <p:sp>
        <p:nvSpPr>
          <p:cNvPr id="97" name="Text 95"/>
          <p:cNvSpPr txBox="1"/>
          <p:nvPr/>
        </p:nvSpPr>
        <p:spPr>
          <a:xfrm>
            <a:off x="2295144" y="1170432"/>
            <a:ext cx="1280160" cy="86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pPr indent="0" marL="0">
              <a:buNone/>
            </a:pPr>
            <a:r>
              <a:rPr lang="en-US" sz="62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62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a mapped view (CUDA IPC)</a:t>
            </a:r>
            <a:endParaRPr lang="en-US" sz="620" dirty="0"/>
          </a:p>
        </p:txBody>
      </p:sp>
      <p:sp>
        <p:nvSpPr>
          <p:cNvPr id="98" name="Shape 96"/>
          <p:cNvSpPr/>
          <p:nvPr/>
        </p:nvSpPr>
        <p:spPr>
          <a:xfrm>
            <a:off x="1517904" y="1331138"/>
            <a:ext cx="1865376" cy="321412"/>
          </a:xfrm>
          <a:prstGeom prst="roundRect">
            <a:avLst>
              <a:gd name="adj" fmla="val 11380"/>
            </a:avLst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563624" y="1357198"/>
            <a:ext cx="1133856" cy="269291"/>
          </a:xfrm>
          <a:prstGeom prst="roundRect">
            <a:avLst>
              <a:gd name="adj" fmla="val 6791"/>
            </a:avLst>
          </a:prstGeom>
          <a:solidFill>
            <a:srgbClr val="FFE699"/>
          </a:solidFill>
          <a:ln w="9525">
            <a:solidFill>
              <a:srgbClr val="BF900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563624" y="1361542"/>
            <a:ext cx="11338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0: publication </a:t>
            </a:r>
            <a:pPr algn="ctr"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1×512×180×180 fp32 · 63.3 MiB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743200" y="1357198"/>
            <a:ext cx="594360" cy="269291"/>
          </a:xfrm>
          <a:prstGeom prst="roundRect">
            <a:avLst>
              <a:gd name="adj" fmla="val 6791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</p:spPr>
      </p:sp>
      <p:sp>
        <p:nvSpPr>
          <p:cNvPr id="102" name="Text 100"/>
          <p:cNvSpPr txBox="1"/>
          <p:nvPr/>
        </p:nvSpPr>
        <p:spPr>
          <a:xfrm>
            <a:off x="2743200" y="1361542"/>
            <a:ext cx="594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536192" y="1675638"/>
            <a:ext cx="118872" cy="11887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536192" y="1675638"/>
            <a:ext cx="11887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105" name="Text 103"/>
          <p:cNvSpPr txBox="1"/>
          <p:nvPr/>
        </p:nvSpPr>
        <p:spPr>
          <a:xfrm>
            <a:off x="1673352" y="1687297"/>
            <a:ext cx="1737360" cy="95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0 now stores </a:t>
            </a:r>
            <a:pPr indent="0" marL="0">
              <a:buNone/>
            </a:pPr>
            <a:r>
              <a:rPr lang="en-US" sz="6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+1: every borrow returned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73152" y="1596085"/>
            <a:ext cx="69494" cy="6602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73152" y="1596085"/>
            <a:ext cx="69494" cy="66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endParaRPr lang="en-US" sz="550" dirty="0"/>
          </a:p>
        </p:txBody>
      </p:sp>
      <p:sp>
        <p:nvSpPr>
          <p:cNvPr id="108" name="Text 106"/>
          <p:cNvSpPr txBox="1"/>
          <p:nvPr/>
        </p:nvSpPr>
        <p:spPr>
          <a:xfrm>
            <a:off x="164592" y="1578712"/>
            <a:ext cx="777240" cy="95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reader (enrolled)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62179" y="1704990"/>
            <a:ext cx="91440" cy="914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62179" y="170499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11" name="Text 109"/>
          <p:cNvSpPr txBox="1"/>
          <p:nvPr/>
        </p:nvSpPr>
        <p:spPr>
          <a:xfrm>
            <a:off x="164592" y="1700327"/>
            <a:ext cx="502920" cy="95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readers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644652" y="1704990"/>
            <a:ext cx="91440" cy="914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644652" y="170499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114" name="Text 112"/>
          <p:cNvSpPr txBox="1"/>
          <p:nvPr/>
        </p:nvSpPr>
        <p:spPr>
          <a:xfrm>
            <a:off x="745236" y="1700327"/>
            <a:ext cx="502920" cy="95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borrow</a:t>
            </a:r>
            <a:endParaRPr lang="en-US" sz="600" dirty="0"/>
          </a:p>
        </p:txBody>
      </p:sp>
      <p:sp>
        <p:nvSpPr>
          <p:cNvPr id="115" name="Text 113"/>
          <p:cNvSpPr txBox="1"/>
          <p:nvPr/>
        </p:nvSpPr>
        <p:spPr>
          <a:xfrm>
            <a:off x="3474720" y="197510"/>
            <a:ext cx="548640" cy="1389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3474720" y="327812"/>
            <a:ext cx="548640" cy="86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roles</a:t>
            </a:r>
            <a:endParaRPr lang="en-US" sz="630" dirty="0"/>
          </a:p>
        </p:txBody>
      </p:sp>
      <p:sp>
        <p:nvSpPr>
          <p:cNvPr id="117" name="Text 115"/>
          <p:cNvSpPr txBox="1"/>
          <p:nvPr/>
        </p:nvSpPr>
        <p:spPr>
          <a:xfrm>
            <a:off x="3474720" y="840334"/>
            <a:ext cx="548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+</a:t>
            </a:r>
            <a:endParaRPr lang="en-US" sz="9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ReadSeal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3474720" y="1422349"/>
            <a:ext cx="548640" cy="1389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4133088" y="9144"/>
            <a:ext cx="621792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  <a:p>
            <a:pPr algn="r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engine</a:t>
            </a:r>
            <a:endParaRPr lang="en-US" sz="700" dirty="0"/>
          </a:p>
        </p:txBody>
      </p:sp>
      <p:sp>
        <p:nvSpPr>
          <p:cNvPr id="120" name="Text 118"/>
          <p:cNvSpPr txBox="1"/>
          <p:nvPr/>
        </p:nvSpPr>
        <p:spPr>
          <a:xfrm>
            <a:off x="4133088" y="210312"/>
            <a:ext cx="621792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  <a:p>
            <a:pPr algn="r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graph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4809744" y="45263"/>
            <a:ext cx="264810" cy="147676"/>
          </a:xfrm>
          <a:prstGeom prst="rect">
            <a:avLst/>
          </a:prstGeom>
          <a:solidFill>
            <a:srgbClr val="A9D18E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4809744" y="45263"/>
            <a:ext cx="264810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pPr algn="ctr"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5074554" y="45263"/>
            <a:ext cx="430317" cy="147676"/>
          </a:xfrm>
          <a:prstGeom prst="rect">
            <a:avLst/>
          </a:prstGeom>
          <a:solidFill>
            <a:srgbClr val="9DC3E6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074554" y="45263"/>
            <a:ext cx="430317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4809744" y="245059"/>
            <a:ext cx="546171" cy="147676"/>
          </a:xfrm>
          <a:prstGeom prst="rect">
            <a:avLst/>
          </a:prstGeom>
          <a:solidFill>
            <a:srgbClr val="FFFFFF"/>
          </a:solidFill>
          <a:ln w="7620">
            <a:solidFill>
              <a:srgbClr val="7F7F7F"/>
            </a:solidFill>
            <a:prstDash val="dash"/>
          </a:ln>
        </p:spPr>
      </p:sp>
      <p:sp>
        <p:nvSpPr>
          <p:cNvPr id="126" name="Text 124"/>
          <p:cNvSpPr txBox="1"/>
          <p:nvPr/>
        </p:nvSpPr>
        <p:spPr>
          <a:xfrm>
            <a:off x="4809744" y="245059"/>
            <a:ext cx="546171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submitted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5355915" y="245059"/>
            <a:ext cx="264810" cy="147676"/>
          </a:xfrm>
          <a:prstGeom prst="rect">
            <a:avLst/>
          </a:prstGeom>
          <a:solidFill>
            <a:srgbClr val="A9D18E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355915" y="245059"/>
            <a:ext cx="264810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pPr algn="ctr"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5620725" y="245059"/>
            <a:ext cx="562722" cy="147676"/>
          </a:xfrm>
          <a:prstGeom prst="rect">
            <a:avLst/>
          </a:prstGeom>
          <a:solidFill>
            <a:srgbClr val="9DC3E6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620725" y="245059"/>
            <a:ext cx="562722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suffix</a:t>
            </a:r>
            <a:endParaRPr lang="en-US" sz="650" dirty="0"/>
          </a:p>
        </p:txBody>
      </p:sp>
      <p:sp>
        <p:nvSpPr>
          <p:cNvPr id="131" name="Text 129"/>
          <p:cNvSpPr txBox="1"/>
          <p:nvPr/>
        </p:nvSpPr>
        <p:spPr>
          <a:xfrm>
            <a:off x="6193048" y="245059"/>
            <a:ext cx="146304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6315852" y="245059"/>
            <a:ext cx="148956" cy="147676"/>
          </a:xfrm>
          <a:prstGeom prst="rect">
            <a:avLst/>
          </a:prstGeom>
          <a:solidFill>
            <a:srgbClr val="9DC3E6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4809744" y="401422"/>
            <a:ext cx="1655064" cy="86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lifetime: until the last read completes</a:t>
            </a:r>
            <a:endParaRPr lang="en-US" sz="620" dirty="0"/>
          </a:p>
        </p:txBody>
      </p:sp>
      <p:sp>
        <p:nvSpPr>
          <p:cNvPr id="134" name="Shape 132"/>
          <p:cNvSpPr/>
          <p:nvPr/>
        </p:nvSpPr>
        <p:spPr>
          <a:xfrm>
            <a:off x="4809744" y="505663"/>
            <a:ext cx="810981" cy="0"/>
          </a:xfrm>
          <a:prstGeom prst="line">
            <a:avLst/>
          </a:prstGeom>
          <a:noFill/>
          <a:ln w="12700">
            <a:solidFill>
              <a:srgbClr val="54823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09744" y="479603"/>
            <a:ext cx="0" cy="52121"/>
          </a:xfrm>
          <a:prstGeom prst="line">
            <a:avLst/>
          </a:prstGeom>
          <a:noFill/>
          <a:ln w="12700">
            <a:solidFill>
              <a:srgbClr val="54823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620725" y="479603"/>
            <a:ext cx="0" cy="52121"/>
          </a:xfrm>
          <a:prstGeom prst="line">
            <a:avLst/>
          </a:prstGeom>
          <a:noFill/>
          <a:ln w="12700">
            <a:solidFill>
              <a:srgbClr val="548235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4809744" y="575158"/>
            <a:ext cx="1655064" cy="86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lifetime: identity </a:t>
            </a:r>
            <a:pPr indent="0" marL="0">
              <a:buNone/>
            </a:pPr>
            <a:r>
              <a:rPr lang="en-US" sz="620" i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62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kept until delivery</a:t>
            </a:r>
            <a:endParaRPr lang="en-US" sz="620" dirty="0"/>
          </a:p>
        </p:txBody>
      </p:sp>
      <p:sp>
        <p:nvSpPr>
          <p:cNvPr id="138" name="Shape 136"/>
          <p:cNvSpPr/>
          <p:nvPr/>
        </p:nvSpPr>
        <p:spPr>
          <a:xfrm>
            <a:off x="4809744" y="653339"/>
            <a:ext cx="0" cy="52121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09744" y="679399"/>
            <a:ext cx="1639748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5400000">
            <a:off x="6444234" y="654253"/>
            <a:ext cx="45720" cy="50292"/>
          </a:xfrm>
          <a:prstGeom prst="triangle">
            <a:avLst/>
          </a:prstGeom>
          <a:solidFill>
            <a:srgbClr val="2F5597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4133088" y="740207"/>
            <a:ext cx="2377440" cy="112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readers in one recipient process</a:t>
            </a:r>
            <a:endParaRPr lang="en-US" sz="700" dirty="0"/>
          </a:p>
        </p:txBody>
      </p:sp>
      <p:sp>
        <p:nvSpPr>
          <p:cNvPr id="142" name="Text 140"/>
          <p:cNvSpPr txBox="1"/>
          <p:nvPr/>
        </p:nvSpPr>
        <p:spPr>
          <a:xfrm>
            <a:off x="4133088" y="940003"/>
            <a:ext cx="621792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stream-only</a:t>
            </a:r>
            <a:endParaRPr lang="en-US" sz="750" dirty="0"/>
          </a:p>
        </p:txBody>
      </p:sp>
      <p:sp>
        <p:nvSpPr>
          <p:cNvPr id="143" name="Text 141"/>
          <p:cNvSpPr txBox="1"/>
          <p:nvPr/>
        </p:nvSpPr>
        <p:spPr>
          <a:xfrm>
            <a:off x="4133088" y="1144143"/>
            <a:ext cx="621792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</a:t>
            </a:r>
            <a:endParaRPr lang="en-US" sz="750" dirty="0"/>
          </a:p>
        </p:txBody>
      </p:sp>
      <p:sp>
        <p:nvSpPr>
          <p:cNvPr id="144" name="Text 142"/>
          <p:cNvSpPr txBox="1"/>
          <p:nvPr/>
        </p:nvSpPr>
        <p:spPr>
          <a:xfrm>
            <a:off x="4133088" y="1348283"/>
            <a:ext cx="621792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4809744" y="940003"/>
            <a:ext cx="264810" cy="147676"/>
          </a:xfrm>
          <a:prstGeom prst="rect">
            <a:avLst/>
          </a:prstGeom>
          <a:solidFill>
            <a:srgbClr val="FFE699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4809744" y="940003"/>
            <a:ext cx="264810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5074554" y="940003"/>
            <a:ext cx="1390254" cy="147676"/>
          </a:xfrm>
          <a:prstGeom prst="rect">
            <a:avLst/>
          </a:prstGeom>
          <a:solidFill>
            <a:srgbClr val="F8CBAD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01986" y="940003"/>
            <a:ext cx="274320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5355915" y="931316"/>
            <a:ext cx="264810" cy="165049"/>
          </a:xfrm>
          <a:prstGeom prst="rect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5648157" y="940003"/>
            <a:ext cx="731520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 reads </a:t>
            </a:r>
            <a:pPr indent="0" marL="0">
              <a:buNone/>
            </a:pPr>
            <a:r>
              <a:rPr lang="en-US" sz="65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4809744" y="1144143"/>
            <a:ext cx="810981" cy="147676"/>
          </a:xfrm>
          <a:prstGeom prst="rect">
            <a:avLst/>
          </a:prstGeom>
          <a:solidFill>
            <a:srgbClr val="FFE699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4809744" y="1144143"/>
            <a:ext cx="810981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5620725" y="1144143"/>
            <a:ext cx="844083" cy="147676"/>
          </a:xfrm>
          <a:prstGeom prst="rect">
            <a:avLst/>
          </a:prstGeom>
          <a:solidFill>
            <a:srgbClr val="F8CBAD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648157" y="1144143"/>
            <a:ext cx="731520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for </a:t>
            </a:r>
            <a:pPr indent="0" marL="0">
              <a:buNone/>
            </a:pPr>
            <a:r>
              <a:rPr lang="en-US" sz="65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6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4809744" y="1348283"/>
            <a:ext cx="810981" cy="147676"/>
          </a:xfrm>
          <a:prstGeom prst="rect">
            <a:avLst/>
          </a:prstGeom>
          <a:solidFill>
            <a:srgbClr val="FFE699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4809744" y="1348283"/>
            <a:ext cx="810981" cy="1476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5620725" y="1348283"/>
            <a:ext cx="844083" cy="147676"/>
          </a:xfrm>
          <a:prstGeom prst="rect">
            <a:avLst/>
          </a:prstGeom>
          <a:solidFill>
            <a:srgbClr val="FFE699"/>
          </a:solidFill>
          <a:ln w="7620">
            <a:solidFill>
              <a:srgbClr val="40404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5620725" y="1348283"/>
            <a:ext cx="18288" cy="18288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620725" y="1348283"/>
            <a:ext cx="54864" cy="54864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5620725" y="1348283"/>
            <a:ext cx="91440" cy="91440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5620725" y="1348283"/>
            <a:ext cx="128016" cy="12801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5637642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5674218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5710794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5747370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5783946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5820522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5857098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5893674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5930250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5966826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6003402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6039978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6076554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6113130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6149706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6186282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6222858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6259434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6296010" y="1348283"/>
            <a:ext cx="147676" cy="14767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6332586" y="1363736"/>
            <a:ext cx="132222" cy="132222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6369162" y="1400312"/>
            <a:ext cx="95646" cy="95646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6405738" y="1436888"/>
            <a:ext cx="59070" cy="59070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6442314" y="1473464"/>
            <a:ext cx="22494" cy="22494"/>
          </a:xfrm>
          <a:prstGeom prst="line">
            <a:avLst/>
          </a:prstGeom>
          <a:noFill/>
          <a:ln w="5715">
            <a:solidFill>
              <a:srgbClr val="BF9000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5805023" y="1378687"/>
            <a:ext cx="475488" cy="86868"/>
          </a:xfrm>
          <a:prstGeom prst="rect">
            <a:avLst/>
          </a:prstGeom>
          <a:solidFill>
            <a:srgbClr val="FFE69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held, unread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5074554" y="36576"/>
            <a:ext cx="0" cy="173736"/>
          </a:xfrm>
          <a:prstGeom prst="line">
            <a:avLst/>
          </a:prstGeom>
          <a:noFill/>
          <a:ln w="7620">
            <a:solidFill>
              <a:srgbClr val="C00000"/>
            </a:solidFill>
            <a:prstDash val="sysDot"/>
          </a:ln>
        </p:spPr>
      </p:sp>
      <p:sp>
        <p:nvSpPr>
          <p:cNvPr id="187" name="Shape 185"/>
          <p:cNvSpPr/>
          <p:nvPr/>
        </p:nvSpPr>
        <p:spPr>
          <a:xfrm>
            <a:off x="5074554" y="913943"/>
            <a:ext cx="0" cy="608076"/>
          </a:xfrm>
          <a:prstGeom prst="line">
            <a:avLst/>
          </a:prstGeom>
          <a:noFill/>
          <a:ln w="7620">
            <a:solidFill>
              <a:srgbClr val="C00000"/>
            </a:solidFill>
            <a:prstDash val="sysDot"/>
          </a:ln>
        </p:spPr>
      </p:sp>
      <p:sp>
        <p:nvSpPr>
          <p:cNvPr id="188" name="Text 186"/>
          <p:cNvSpPr txBox="1"/>
          <p:nvPr/>
        </p:nvSpPr>
        <p:spPr>
          <a:xfrm>
            <a:off x="4754514" y="153070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finishes</a:t>
            </a:r>
            <a:endParaRPr lang="en-US" sz="6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600" dirty="0"/>
          </a:p>
        </p:txBody>
      </p:sp>
      <p:sp>
        <p:nvSpPr>
          <p:cNvPr id="189" name="Shape 187"/>
          <p:cNvSpPr/>
          <p:nvPr/>
        </p:nvSpPr>
        <p:spPr>
          <a:xfrm>
            <a:off x="5620725" y="36576"/>
            <a:ext cx="0" cy="373532"/>
          </a:xfrm>
          <a:prstGeom prst="line">
            <a:avLst/>
          </a:prstGeom>
          <a:noFill/>
          <a:ln w="7620">
            <a:solidFill>
              <a:srgbClr val="4472C4"/>
            </a:solidFill>
            <a:prstDash val="sysDot"/>
          </a:ln>
        </p:spPr>
      </p:sp>
      <p:sp>
        <p:nvSpPr>
          <p:cNvPr id="190" name="Shape 188"/>
          <p:cNvSpPr/>
          <p:nvPr/>
        </p:nvSpPr>
        <p:spPr>
          <a:xfrm>
            <a:off x="5620725" y="913943"/>
            <a:ext cx="0" cy="608076"/>
          </a:xfrm>
          <a:prstGeom prst="line">
            <a:avLst/>
          </a:prstGeom>
          <a:noFill/>
          <a:ln w="7620">
            <a:solidFill>
              <a:srgbClr val="4472C4"/>
            </a:solidFill>
            <a:prstDash val="sysDot"/>
          </a:ln>
        </p:spPr>
      </p:sp>
      <p:sp>
        <p:nvSpPr>
          <p:cNvPr id="191" name="Text 189"/>
          <p:cNvSpPr txBox="1"/>
          <p:nvPr/>
        </p:nvSpPr>
        <p:spPr>
          <a:xfrm>
            <a:off x="5300685" y="153070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source read</a:t>
            </a:r>
            <a:endParaRPr lang="en-US" sz="6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6464808" y="36576"/>
            <a:ext cx="0" cy="373532"/>
          </a:xfrm>
          <a:prstGeom prst="line">
            <a:avLst/>
          </a:prstGeom>
          <a:noFill/>
          <a:ln w="7620">
            <a:solidFill>
              <a:srgbClr val="404040"/>
            </a:solidFill>
            <a:prstDash val="sysDot"/>
          </a:ln>
        </p:spPr>
      </p:sp>
      <p:sp>
        <p:nvSpPr>
          <p:cNvPr id="193" name="Shape 191"/>
          <p:cNvSpPr/>
          <p:nvPr/>
        </p:nvSpPr>
        <p:spPr>
          <a:xfrm>
            <a:off x="6464808" y="913943"/>
            <a:ext cx="0" cy="608076"/>
          </a:xfrm>
          <a:prstGeom prst="line">
            <a:avLst/>
          </a:prstGeom>
          <a:noFill/>
          <a:ln w="7620">
            <a:solidFill>
              <a:srgbClr val="404040"/>
            </a:solidFill>
            <a:prstDash val="sysDot"/>
          </a:ln>
        </p:spPr>
      </p:sp>
      <p:sp>
        <p:nvSpPr>
          <p:cNvPr id="194" name="Text 192"/>
          <p:cNvSpPr txBox="1"/>
          <p:nvPr/>
        </p:nvSpPr>
        <p:spPr>
          <a:xfrm>
            <a:off x="5824728" y="153070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60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00" dirty="0"/>
          </a:p>
        </p:txBody>
      </p:sp>
      <p:sp>
        <p:nvSpPr>
          <p:cNvPr id="195" name="Text 193"/>
          <p:cNvSpPr txBox="1"/>
          <p:nvPr/>
        </p:nvSpPr>
        <p:spPr>
          <a:xfrm>
            <a:off x="4133088" y="1704442"/>
            <a:ext cx="2377440" cy="112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slot 0 holds under three release rules</a:t>
            </a:r>
            <a:endParaRPr lang="en-US" sz="700" dirty="0"/>
          </a:p>
        </p:txBody>
      </p:sp>
      <p:sp>
        <p:nvSpPr>
          <p:cNvPr id="196" name="Text 194"/>
          <p:cNvSpPr txBox="1"/>
          <p:nvPr/>
        </p:nvSpPr>
        <p:spPr>
          <a:xfrm>
            <a:off x="0" y="1856232"/>
            <a:ext cx="402336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BIM architecture and per-publication protocol</a:t>
            </a:r>
            <a:endParaRPr lang="en-US" sz="750" dirty="0"/>
          </a:p>
        </p:txBody>
      </p:sp>
      <p:sp>
        <p:nvSpPr>
          <p:cNvPr id="197" name="Text 195"/>
          <p:cNvSpPr txBox="1"/>
          <p:nvPr/>
        </p:nvSpPr>
        <p:spPr>
          <a:xfrm>
            <a:off x="4133088" y="1856232"/>
            <a:ext cx="237744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Two lifetimes of publication </a:t>
            </a:r>
            <a:pPr algn="ctr" indent="0" marL="0">
              <a:buNone/>
            </a:pPr>
            <a:r>
              <a:rPr lang="en-US" sz="7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three release rules</a:t>
            </a:r>
            <a:endParaRPr lang="en-US" sz="750" dirty="0"/>
          </a:p>
        </p:txBody>
      </p:sp>
      <p:pic>
        <p:nvPicPr>
          <p:cNvPr id="19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770839"/>
            <a:ext cx="274320" cy="260604"/>
          </a:xfrm>
          <a:prstGeom prst="rect">
            <a:avLst/>
          </a:prstGeom>
        </p:spPr>
      </p:pic>
      <p:pic>
        <p:nvPicPr>
          <p:cNvPr id="19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57300"/>
            <a:ext cx="420624" cy="3995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fig1_overview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2026-09-29T11:55:39Z</dcterms:created>
  <dcterms:modified xsi:type="dcterms:W3CDTF">2026-09-29T11:55:39Z</dcterms:modified>
</cp:coreProperties>
</file>