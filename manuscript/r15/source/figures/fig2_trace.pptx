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4680" cy="1472184"/>
  <p:notesSz cx="1472184" cy="31546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24" y="18288"/>
            <a:ext cx="3033031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4832" y="5486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9988" y="32004"/>
            <a:ext cx="398997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22127" y="66294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2127" y="66294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6709" y="32004"/>
            <a:ext cx="37831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075874" y="91440"/>
            <a:ext cx="155448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5874" y="64008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1322" y="64008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3326" y="32004"/>
            <a:ext cx="548684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hold (ms)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802867" y="66294"/>
            <a:ext cx="137160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72031" y="32004"/>
            <a:ext cx="50386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held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466747" y="66294"/>
            <a:ext cx="137160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35911" y="32004"/>
            <a:ext cx="485377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return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57200" y="187452"/>
            <a:ext cx="0" cy="1013155"/>
          </a:xfrm>
          <a:prstGeom prst="line">
            <a:avLst/>
          </a:prstGeom>
          <a:noFill/>
          <a:ln w="6350">
            <a:solidFill>
              <a:srgbClr val="D9D9D9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977153" y="187452"/>
            <a:ext cx="0" cy="1013155"/>
          </a:xfrm>
          <a:prstGeom prst="line">
            <a:avLst/>
          </a:prstGeom>
          <a:noFill/>
          <a:ln w="6350">
            <a:solidFill>
              <a:srgbClr val="D9D9D9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1497106" y="187452"/>
            <a:ext cx="0" cy="1013155"/>
          </a:xfrm>
          <a:prstGeom prst="line">
            <a:avLst/>
          </a:prstGeom>
          <a:noFill/>
          <a:ln w="6350">
            <a:solidFill>
              <a:srgbClr val="D9D9D9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2017059" y="187452"/>
            <a:ext cx="0" cy="1013155"/>
          </a:xfrm>
          <a:prstGeom prst="line">
            <a:avLst/>
          </a:prstGeom>
          <a:noFill/>
          <a:ln w="6350">
            <a:solidFill>
              <a:srgbClr val="D9D9D9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2537012" y="187452"/>
            <a:ext cx="0" cy="1013155"/>
          </a:xfrm>
          <a:prstGeom prst="line">
            <a:avLst/>
          </a:prstGeom>
          <a:noFill/>
          <a:ln w="6350">
            <a:solidFill>
              <a:srgbClr val="D9D9D9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3056965" y="187452"/>
            <a:ext cx="0" cy="1013155"/>
          </a:xfrm>
          <a:prstGeom prst="line">
            <a:avLst/>
          </a:prstGeom>
          <a:noFill/>
          <a:ln w="6350">
            <a:solidFill>
              <a:srgbClr val="D9D9D9"/>
            </a:solidFill>
            <a:prstDash val="sysDot"/>
          </a:ln>
        </p:spPr>
      </p:sp>
      <p:sp>
        <p:nvSpPr>
          <p:cNvPr id="22" name="Text 20"/>
          <p:cNvSpPr txBox="1"/>
          <p:nvPr/>
        </p:nvSpPr>
        <p:spPr>
          <a:xfrm rot="16200000">
            <a:off x="-237744" y="353873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224028"/>
            <a:ext cx="0" cy="433426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6596" y="260604"/>
            <a:ext cx="2286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05740" y="374904"/>
            <a:ext cx="210312" cy="267005"/>
          </a:xfrm>
          <a:prstGeom prst="rect">
            <a:avLst/>
          </a:prstGeom>
          <a:ln w="6350">
            <a:solidFill>
              <a:srgbClr val="40404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28600" y="371246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28600" y="365760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28600" y="440741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28600" y="435254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28600" y="510235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28600" y="504749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28600" y="579730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28600" y="574243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998880" y="367589"/>
            <a:ext cx="496569" cy="277978"/>
          </a:xfrm>
          <a:prstGeom prst="rect">
            <a:avLst/>
          </a:prstGeom>
          <a:solidFill>
            <a:srgbClr val="FFF2CC"/>
          </a:solidFill>
          <a:ln w="7620">
            <a:solidFill>
              <a:srgbClr val="7F6000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989736" y="451714"/>
            <a:ext cx="514857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044505" y="367589"/>
            <a:ext cx="490538" cy="277978"/>
          </a:xfrm>
          <a:prstGeom prst="rect">
            <a:avLst/>
          </a:prstGeom>
          <a:solidFill>
            <a:srgbClr val="FFF2CC"/>
          </a:solidFill>
          <a:ln w="7620">
            <a:solidFill>
              <a:srgbClr val="7F6000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2035361" y="451714"/>
            <a:ext cx="508826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20624" y="210312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57200" y="269977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43484" y="265176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952007" y="221742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52007" y="221742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60530" y="210312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497106" y="269977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1483390" y="265176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991913" y="221742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991913" y="221742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00436" y="210312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2537012" y="269977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2523296" y="265176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3031819" y="221742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031819" y="221742"/>
            <a:ext cx="50292" cy="50292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464" y="329184"/>
            <a:ext cx="528272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464" y="301752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9736" y="301752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1464" y="242316"/>
            <a:ext cx="52827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463647" y="377190"/>
            <a:ext cx="45360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039" y="446684"/>
            <a:ext cx="514649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3439" y="516179"/>
            <a:ext cx="506434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999" y="585673"/>
            <a:ext cx="52473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01577" y="329184"/>
            <a:ext cx="533784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01577" y="301752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035361" y="301752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501577" y="242316"/>
            <a:ext cx="533784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1507609" y="377190"/>
            <a:ext cx="508202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05737" y="446684"/>
            <a:ext cx="519745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05945" y="516179"/>
            <a:ext cx="49946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04593" y="585673"/>
            <a:ext cx="530768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41795" y="329184"/>
            <a:ext cx="530040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41795" y="301752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71835" y="301752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541795" y="242316"/>
            <a:ext cx="530040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547411" y="377190"/>
            <a:ext cx="524425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45227" y="446684"/>
            <a:ext cx="49686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46267" y="516179"/>
            <a:ext cx="515481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44187" y="585673"/>
            <a:ext cx="507786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 rot="16200000">
            <a:off x="-237744" y="86959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+</a:t>
            </a:r>
            <a:endParaRPr lang="en-US" sz="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ReadSeal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82880" y="739750"/>
            <a:ext cx="0" cy="433426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96596" y="776326"/>
            <a:ext cx="22860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205740" y="890626"/>
            <a:ext cx="210312" cy="267005"/>
          </a:xfrm>
          <a:prstGeom prst="rect">
            <a:avLst/>
          </a:prstGeom>
          <a:ln w="6350">
            <a:solidFill>
              <a:srgbClr val="404040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228600" y="886968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228600" y="881482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228600" y="956462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228600" y="950976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228600" y="1025957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228600" y="1020470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228600" y="1095451"/>
            <a:ext cx="164592" cy="62179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228600" y="1089965"/>
            <a:ext cx="164592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420624" y="72603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457200" y="785698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10800000">
            <a:off x="443484" y="780898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92" name="Shape 90"/>
          <p:cNvSpPr/>
          <p:nvPr/>
        </p:nvSpPr>
        <p:spPr>
          <a:xfrm>
            <a:off x="940577" y="72603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977153" y="785698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10800000">
            <a:off x="963437" y="780898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95" name="Shape 93"/>
          <p:cNvSpPr/>
          <p:nvPr/>
        </p:nvSpPr>
        <p:spPr>
          <a:xfrm>
            <a:off x="1460530" y="72603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497106" y="785698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10800000">
            <a:off x="1483390" y="780898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980483" y="72603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2017059" y="785698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10800000">
            <a:off x="2003343" y="780898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2500436" y="72603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2537012" y="785698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10800000">
            <a:off x="2523296" y="780898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020389" y="726034"/>
            <a:ext cx="73152" cy="73152"/>
          </a:xfrm>
          <a:prstGeom prst="star5">
            <a:avLst/>
          </a:prstGeom>
          <a:solidFill>
            <a:srgbClr val="FFFFF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056965" y="785698"/>
            <a:ext cx="0" cy="18059"/>
          </a:xfrm>
          <a:prstGeom prst="line">
            <a:avLst/>
          </a:prstGeom>
          <a:noFill/>
          <a:ln w="762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10800000">
            <a:off x="3043249" y="780898"/>
            <a:ext cx="27432" cy="32004"/>
          </a:xfrm>
          <a:prstGeom prst="triangle">
            <a:avLst/>
          </a:prstGeom>
          <a:solidFill>
            <a:srgbClr val="00000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57200" y="892912"/>
            <a:ext cx="106174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7200" y="1031900"/>
            <a:ext cx="98063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17203" y="844906"/>
            <a:ext cx="270791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17203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7994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7203" y="758038"/>
            <a:ext cx="270791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580845" y="892912"/>
            <a:ext cx="207149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7994" y="892912"/>
            <a:ext cx="301157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21882" y="962406"/>
            <a:ext cx="97439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19321" y="962406"/>
            <a:ext cx="387573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5420" y="1031900"/>
            <a:ext cx="178240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63660" y="1031900"/>
            <a:ext cx="315819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22402" y="1101395"/>
            <a:ext cx="121253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43655" y="1101395"/>
            <a:ext cx="372806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42875" y="844906"/>
            <a:ext cx="271103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42875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13978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42875" y="758038"/>
            <a:ext cx="271103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1107453" y="892912"/>
            <a:ext cx="206525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313978" y="892912"/>
            <a:ext cx="300949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48075" y="962406"/>
            <a:ext cx="10180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49881" y="962406"/>
            <a:ext cx="382789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99446" y="1031900"/>
            <a:ext cx="189991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289437" y="1031900"/>
            <a:ext cx="315923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48698" y="1101395"/>
            <a:ext cx="12083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69536" y="1101395"/>
            <a:ext cx="372806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568755" y="844906"/>
            <a:ext cx="270791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68755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839547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1568755" y="758038"/>
            <a:ext cx="270791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1634373" y="892912"/>
            <a:ext cx="205173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839547" y="892912"/>
            <a:ext cx="301157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73435" y="962406"/>
            <a:ext cx="105134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678569" y="962406"/>
            <a:ext cx="382373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627718" y="1031900"/>
            <a:ext cx="187495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815213" y="1031900"/>
            <a:ext cx="315819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74267" y="1101395"/>
            <a:ext cx="121045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695312" y="1101395"/>
            <a:ext cx="375198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027562" y="844906"/>
            <a:ext cx="337761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027562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365323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2027562" y="758038"/>
            <a:ext cx="337761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2160046" y="892912"/>
            <a:ext cx="20527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365323" y="892912"/>
            <a:ext cx="299285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080181" y="962406"/>
            <a:ext cx="121669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201850" y="962406"/>
            <a:ext cx="384973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49959" y="1031900"/>
            <a:ext cx="19092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340886" y="1031900"/>
            <a:ext cx="319251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090788" y="1101395"/>
            <a:ext cx="130300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221088" y="1101395"/>
            <a:ext cx="376030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553234" y="844906"/>
            <a:ext cx="361887" cy="0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553234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915122" y="817474"/>
            <a:ext cx="0" cy="54864"/>
          </a:xfrm>
          <a:prstGeom prst="line">
            <a:avLst/>
          </a:prstGeom>
          <a:noFill/>
          <a:ln w="13970">
            <a:solidFill>
              <a:srgbClr val="4472C4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2553234" y="758038"/>
            <a:ext cx="361887" cy="73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2685094" y="892912"/>
            <a:ext cx="157962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843056" y="892912"/>
            <a:ext cx="265904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605750" y="962406"/>
            <a:ext cx="123437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729186" y="962406"/>
            <a:ext cx="333706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692478" y="1031900"/>
            <a:ext cx="222644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915122" y="1031900"/>
            <a:ext cx="193838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653169" y="1101395"/>
            <a:ext cx="141531" cy="50292"/>
          </a:xfrm>
          <a:prstGeom prst="roundRect">
            <a:avLst>
              <a:gd name="adj" fmla="val 50000"/>
            </a:avLst>
          </a:prstGeom>
          <a:solidFill>
            <a:srgbClr val="C5E0B4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794700" y="1101395"/>
            <a:ext cx="314260" cy="50292"/>
          </a:xfrm>
          <a:prstGeom prst="roundRect">
            <a:avLst>
              <a:gd name="adj" fmla="val 50000"/>
            </a:avLst>
          </a:prstGeom>
          <a:solidFill>
            <a:srgbClr val="BDD7EE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57200" y="1209751"/>
            <a:ext cx="2651760" cy="0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57200" y="1209751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274320" y="12417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7153" y="1209751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794273" y="12417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497106" y="1209751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1314226" y="12417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017059" y="1209751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1834179" y="12417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2537012" y="1209751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2354132" y="12417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3056965" y="1209751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2874085" y="1241755"/>
            <a:ext cx="36576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700" dirty="0"/>
          </a:p>
        </p:txBody>
      </p:sp>
      <p:sp>
        <p:nvSpPr>
          <p:cNvPr id="182" name="Text 180"/>
          <p:cNvSpPr txBox="1"/>
          <p:nvPr/>
        </p:nvSpPr>
        <p:spPr>
          <a:xfrm>
            <a:off x="457200" y="1342339"/>
            <a:ext cx="265176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publication </a:t>
            </a:r>
            <a:pPr algn="ctr" indent="0" marL="0">
              <a:buNone/>
            </a:pPr>
            <a:r>
              <a:rPr lang="en-US" sz="7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arrived (ms)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fig2_trace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