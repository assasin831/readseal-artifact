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154680" cy="1325880"/>
  <p:notesSz cx="1325880" cy="31546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50" y="13716"/>
            <a:ext cx="3101380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658" y="50292"/>
            <a:ext cx="182880" cy="8229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Shape 2"/>
          <p:cNvSpPr/>
          <p:nvPr/>
        </p:nvSpPr>
        <p:spPr>
          <a:xfrm>
            <a:off x="90658" y="50292"/>
            <a:ext cx="182880" cy="82296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14686" y="27432"/>
            <a:ext cx="55071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+ ReadSeal</a:t>
            </a:r>
            <a:endParaRPr lang="en-US" sz="630" dirty="0"/>
          </a:p>
        </p:txBody>
      </p:sp>
      <p:sp>
        <p:nvSpPr>
          <p:cNvPr id="6" name="Shape 4"/>
          <p:cNvSpPr/>
          <p:nvPr/>
        </p:nvSpPr>
        <p:spPr>
          <a:xfrm>
            <a:off x="947701" y="50292"/>
            <a:ext cx="182880" cy="82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947701" y="50292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47701" y="50292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56845" y="50292"/>
            <a:ext cx="82296" cy="82296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93421" y="50292"/>
            <a:ext cx="82296" cy="82296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29997" y="50292"/>
            <a:ext cx="82296" cy="82296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66573" y="68580"/>
            <a:ext cx="64008" cy="6400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103149" y="105156"/>
            <a:ext cx="27432" cy="2743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7701" y="50292"/>
            <a:ext cx="182880" cy="82296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71729" y="27432"/>
            <a:ext cx="58545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Manual-checked</a:t>
            </a:r>
            <a:endParaRPr lang="en-US" sz="630" dirty="0"/>
          </a:p>
        </p:txBody>
      </p:sp>
      <p:sp>
        <p:nvSpPr>
          <p:cNvPr id="16" name="Shape 14"/>
          <p:cNvSpPr/>
          <p:nvPr/>
        </p:nvSpPr>
        <p:spPr>
          <a:xfrm>
            <a:off x="1839485" y="50292"/>
            <a:ext cx="182880" cy="8229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Shape 15"/>
          <p:cNvSpPr/>
          <p:nvPr/>
        </p:nvSpPr>
        <p:spPr>
          <a:xfrm>
            <a:off x="1839485" y="114300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39485" y="77724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48629" y="50292"/>
            <a:ext cx="82296" cy="82296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85205" y="50292"/>
            <a:ext cx="82296" cy="82296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1781" y="50292"/>
            <a:ext cx="82296" cy="82296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58357" y="50292"/>
            <a:ext cx="64008" cy="6400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94933" y="50292"/>
            <a:ext cx="27432" cy="2743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39485" y="50292"/>
            <a:ext cx="182880" cy="82296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063513" y="27432"/>
            <a:ext cx="16124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630" dirty="0"/>
          </a:p>
        </p:txBody>
      </p:sp>
      <p:sp>
        <p:nvSpPr>
          <p:cNvPr id="26" name="Shape 24"/>
          <p:cNvSpPr/>
          <p:nvPr/>
        </p:nvSpPr>
        <p:spPr>
          <a:xfrm>
            <a:off x="2307055" y="50292"/>
            <a:ext cx="182880" cy="82296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27" name="Shape 25"/>
          <p:cNvSpPr/>
          <p:nvPr/>
        </p:nvSpPr>
        <p:spPr>
          <a:xfrm>
            <a:off x="2307055" y="50292"/>
            <a:ext cx="182880" cy="82296"/>
          </a:xfrm>
          <a:prstGeom prst="rect">
            <a:avLst/>
          </a:prstGeom>
          <a:ln w="7620">
            <a:solidFill>
              <a:srgbClr val="5F4B8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31083" y="27432"/>
            <a:ext cx="57865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Clone-on-accept</a:t>
            </a:r>
            <a:endParaRPr lang="en-US" sz="630" dirty="0"/>
          </a:p>
        </p:txBody>
      </p:sp>
      <p:sp>
        <p:nvSpPr>
          <p:cNvPr id="29" name="Shape 27"/>
          <p:cNvSpPr/>
          <p:nvPr/>
        </p:nvSpPr>
        <p:spPr>
          <a:xfrm>
            <a:off x="342900" y="712183"/>
            <a:ext cx="1188720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2900" y="592261"/>
            <a:ext cx="1188720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900" y="472340"/>
            <a:ext cx="1188720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2900" y="352419"/>
            <a:ext cx="1188720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7260" y="246888"/>
            <a:ext cx="0" cy="585216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1875" y="517733"/>
            <a:ext cx="56464" cy="314371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5" name="Shape 33"/>
          <p:cNvSpPr/>
          <p:nvPr/>
        </p:nvSpPr>
        <p:spPr>
          <a:xfrm>
            <a:off x="371875" y="517733"/>
            <a:ext cx="56464" cy="314371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 rot="16200000">
            <a:off x="262947" y="314186"/>
            <a:ext cx="2743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65.5</a:t>
            </a:r>
            <a:endParaRPr lang="en-US" sz="580" dirty="0"/>
          </a:p>
        </p:txBody>
      </p:sp>
      <p:sp>
        <p:nvSpPr>
          <p:cNvPr id="37" name="Shape 35"/>
          <p:cNvSpPr/>
          <p:nvPr/>
        </p:nvSpPr>
        <p:spPr>
          <a:xfrm>
            <a:off x="432797" y="518177"/>
            <a:ext cx="56464" cy="3139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 flipV="1">
            <a:off x="432797" y="518177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432797" y="518177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432797" y="553153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432797" y="589729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432797" y="626305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432797" y="662881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432797" y="699457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432797" y="736033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432797" y="772609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466342" y="809185"/>
            <a:ext cx="22919" cy="22919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2797" y="518177"/>
            <a:ext cx="56464" cy="313927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3719" y="592261"/>
            <a:ext cx="56464" cy="23984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0" name="Shape 48"/>
          <p:cNvSpPr/>
          <p:nvPr/>
        </p:nvSpPr>
        <p:spPr>
          <a:xfrm>
            <a:off x="493719" y="813816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3719" y="777240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3719" y="740664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3719" y="704088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3719" y="667512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3719" y="630936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3719" y="594360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8196" y="592261"/>
            <a:ext cx="21987" cy="21987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3719" y="592261"/>
            <a:ext cx="56464" cy="239843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4641" y="528304"/>
            <a:ext cx="56464" cy="303800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60" name="Shape 58"/>
          <p:cNvSpPr/>
          <p:nvPr/>
        </p:nvSpPr>
        <p:spPr>
          <a:xfrm>
            <a:off x="554641" y="528304"/>
            <a:ext cx="56464" cy="303800"/>
          </a:xfrm>
          <a:prstGeom prst="rect">
            <a:avLst/>
          </a:prstGeom>
          <a:ln w="7620">
            <a:solidFill>
              <a:srgbClr val="5F4B8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582873" y="525179"/>
            <a:ext cx="0" cy="624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70071" y="531428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0071" y="525179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 rot="16200000">
            <a:off x="445713" y="322183"/>
            <a:ext cx="2743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63.3</a:t>
            </a:r>
            <a:endParaRPr lang="en-US" sz="580" dirty="0"/>
          </a:p>
        </p:txBody>
      </p:sp>
      <p:sp>
        <p:nvSpPr>
          <p:cNvPr id="65" name="Shape 63"/>
          <p:cNvSpPr/>
          <p:nvPr/>
        </p:nvSpPr>
        <p:spPr>
          <a:xfrm>
            <a:off x="669055" y="591018"/>
            <a:ext cx="56464" cy="24108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66" name="Shape 64"/>
          <p:cNvSpPr/>
          <p:nvPr/>
        </p:nvSpPr>
        <p:spPr>
          <a:xfrm>
            <a:off x="669055" y="591018"/>
            <a:ext cx="56464" cy="241086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697287" y="589059"/>
            <a:ext cx="0" cy="391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4486" y="592977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4486" y="589059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 rot="16200000">
            <a:off x="560127" y="386062"/>
            <a:ext cx="2743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50.3</a:t>
            </a:r>
            <a:endParaRPr lang="en-US" sz="580" dirty="0"/>
          </a:p>
        </p:txBody>
      </p:sp>
      <p:sp>
        <p:nvSpPr>
          <p:cNvPr id="71" name="Shape 69"/>
          <p:cNvSpPr/>
          <p:nvPr/>
        </p:nvSpPr>
        <p:spPr>
          <a:xfrm>
            <a:off x="729977" y="591284"/>
            <a:ext cx="56464" cy="240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 flipV="1">
            <a:off x="729977" y="591284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729977" y="591284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729977" y="626260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729977" y="662836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729977" y="699412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729977" y="735988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729977" y="772564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763477" y="809140"/>
            <a:ext cx="22964" cy="229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29977" y="591284"/>
            <a:ext cx="56464" cy="240820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90899" y="592261"/>
            <a:ext cx="56464" cy="23984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2" name="Shape 80"/>
          <p:cNvSpPr/>
          <p:nvPr/>
        </p:nvSpPr>
        <p:spPr>
          <a:xfrm>
            <a:off x="790899" y="813816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90899" y="777240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899" y="740664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90899" y="704088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90899" y="667512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90899" y="630936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90899" y="594360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25376" y="592261"/>
            <a:ext cx="21987" cy="21987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90899" y="592261"/>
            <a:ext cx="56464" cy="239843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51821" y="436097"/>
            <a:ext cx="56464" cy="396007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92" name="Shape 90"/>
          <p:cNvSpPr/>
          <p:nvPr/>
        </p:nvSpPr>
        <p:spPr>
          <a:xfrm>
            <a:off x="851821" y="436097"/>
            <a:ext cx="56464" cy="396007"/>
          </a:xfrm>
          <a:prstGeom prst="rect">
            <a:avLst/>
          </a:prstGeom>
          <a:ln w="7620">
            <a:solidFill>
              <a:srgbClr val="5F4B8B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 rot="16200000">
            <a:off x="742893" y="231982"/>
            <a:ext cx="2743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82.6</a:t>
            </a:r>
            <a:endParaRPr lang="en-US" sz="580" dirty="0"/>
          </a:p>
        </p:txBody>
      </p:sp>
      <p:sp>
        <p:nvSpPr>
          <p:cNvPr id="94" name="Shape 92"/>
          <p:cNvSpPr/>
          <p:nvPr/>
        </p:nvSpPr>
        <p:spPr>
          <a:xfrm>
            <a:off x="966235" y="527326"/>
            <a:ext cx="56464" cy="30477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95" name="Shape 93"/>
          <p:cNvSpPr/>
          <p:nvPr/>
        </p:nvSpPr>
        <p:spPr>
          <a:xfrm>
            <a:off x="966235" y="527326"/>
            <a:ext cx="56464" cy="304778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 rot="16200000">
            <a:off x="857307" y="323187"/>
            <a:ext cx="2743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63.5</a:t>
            </a:r>
            <a:endParaRPr lang="en-US" sz="580" dirty="0"/>
          </a:p>
        </p:txBody>
      </p:sp>
      <p:sp>
        <p:nvSpPr>
          <p:cNvPr id="97" name="Shape 95"/>
          <p:cNvSpPr/>
          <p:nvPr/>
        </p:nvSpPr>
        <p:spPr>
          <a:xfrm>
            <a:off x="1027157" y="527504"/>
            <a:ext cx="56464" cy="304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Shape 96"/>
          <p:cNvSpPr/>
          <p:nvPr/>
        </p:nvSpPr>
        <p:spPr>
          <a:xfrm flipV="1">
            <a:off x="1027157" y="527504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1027157" y="527504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1027157" y="562480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1027157" y="599056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1027157" y="635632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1027157" y="672208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1027157" y="708784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1027157" y="745360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1033453" y="781936"/>
            <a:ext cx="50168" cy="5016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1070029" y="818512"/>
            <a:ext cx="13592" cy="1359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27157" y="527504"/>
            <a:ext cx="56464" cy="304600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88079" y="601766"/>
            <a:ext cx="56464" cy="23033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88079" y="813816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88079" y="777240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88079" y="740664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88079" y="704088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88079" y="667512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88079" y="630936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95485" y="601766"/>
            <a:ext cx="49058" cy="4905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132061" y="601766"/>
            <a:ext cx="12482" cy="124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88079" y="601766"/>
            <a:ext cx="56464" cy="230338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1116311" y="599815"/>
            <a:ext cx="0" cy="3902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103509" y="603717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103509" y="599815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149001" y="536387"/>
            <a:ext cx="56464" cy="295717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149001" y="536387"/>
            <a:ext cx="56464" cy="295717"/>
          </a:xfrm>
          <a:prstGeom prst="rect">
            <a:avLst/>
          </a:prstGeom>
          <a:ln w="7620">
            <a:solidFill>
              <a:srgbClr val="5F4B8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1177233" y="531796"/>
            <a:ext cx="0" cy="9182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164431" y="540978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164431" y="531796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 rot="16200000">
            <a:off x="1040073" y="328799"/>
            <a:ext cx="2743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</a:t>
            </a:r>
            <a:endParaRPr lang="en-US" sz="580" dirty="0"/>
          </a:p>
        </p:txBody>
      </p:sp>
      <p:sp>
        <p:nvSpPr>
          <p:cNvPr id="128" name="Shape 126"/>
          <p:cNvSpPr/>
          <p:nvPr/>
        </p:nvSpPr>
        <p:spPr>
          <a:xfrm>
            <a:off x="1263415" y="551666"/>
            <a:ext cx="56464" cy="28043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263415" y="551666"/>
            <a:ext cx="56464" cy="280438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1291647" y="548493"/>
            <a:ext cx="0" cy="6345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278846" y="554838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278846" y="548493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 rot="16200000">
            <a:off x="1154487" y="345497"/>
            <a:ext cx="2743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58.5</a:t>
            </a:r>
            <a:endParaRPr lang="en-US" sz="580" dirty="0"/>
          </a:p>
        </p:txBody>
      </p:sp>
      <p:sp>
        <p:nvSpPr>
          <p:cNvPr id="134" name="Shape 132"/>
          <p:cNvSpPr/>
          <p:nvPr/>
        </p:nvSpPr>
        <p:spPr>
          <a:xfrm>
            <a:off x="1324337" y="552288"/>
            <a:ext cx="56464" cy="2798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5" name="Shape 133"/>
          <p:cNvSpPr/>
          <p:nvPr/>
        </p:nvSpPr>
        <p:spPr>
          <a:xfrm flipV="1">
            <a:off x="1324337" y="552288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1324337" y="552288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1324337" y="587264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1324337" y="623840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1324337" y="660416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1324337" y="696992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flipV="1">
            <a:off x="1324337" y="733568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flipV="1">
            <a:off x="1324337" y="770144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flipV="1">
            <a:off x="1355417" y="806720"/>
            <a:ext cx="25384" cy="2538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324337" y="552288"/>
            <a:ext cx="56464" cy="279816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flipV="1">
            <a:off x="1352569" y="549941"/>
            <a:ext cx="0" cy="4693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339767" y="554634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339767" y="549941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385259" y="556108"/>
            <a:ext cx="56464" cy="27599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9" name="Shape 147"/>
          <p:cNvSpPr/>
          <p:nvPr/>
        </p:nvSpPr>
        <p:spPr>
          <a:xfrm>
            <a:off x="1385259" y="813816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385259" y="777240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385259" y="740664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385259" y="704088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385259" y="667512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385259" y="630936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385259" y="594360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385259" y="557784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420158" y="556108"/>
            <a:ext cx="21565" cy="21565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385259" y="556108"/>
            <a:ext cx="56464" cy="275996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1413491" y="553427"/>
            <a:ext cx="0" cy="5361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400689" y="558788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400689" y="553427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446181" y="445069"/>
            <a:ext cx="56464" cy="387035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163" name="Shape 161"/>
          <p:cNvSpPr/>
          <p:nvPr/>
        </p:nvSpPr>
        <p:spPr>
          <a:xfrm>
            <a:off x="1446181" y="445069"/>
            <a:ext cx="56464" cy="387035"/>
          </a:xfrm>
          <a:prstGeom prst="rect">
            <a:avLst/>
          </a:prstGeom>
          <a:ln w="7620">
            <a:solidFill>
              <a:srgbClr val="5F4B8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flipV="1">
            <a:off x="1474413" y="442274"/>
            <a:ext cx="0" cy="5589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461611" y="447864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461611" y="442274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67" name="Text 165"/>
          <p:cNvSpPr txBox="1"/>
          <p:nvPr/>
        </p:nvSpPr>
        <p:spPr>
          <a:xfrm rot="16200000">
            <a:off x="1337253" y="239278"/>
            <a:ext cx="2743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80.7</a:t>
            </a:r>
            <a:endParaRPr lang="en-US" sz="580" dirty="0"/>
          </a:p>
        </p:txBody>
      </p:sp>
      <p:sp>
        <p:nvSpPr>
          <p:cNvPr id="168" name="Shape 166"/>
          <p:cNvSpPr/>
          <p:nvPr/>
        </p:nvSpPr>
        <p:spPr>
          <a:xfrm>
            <a:off x="342900" y="246888"/>
            <a:ext cx="1188720" cy="585216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15468" y="832104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-68580" y="777240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315468" y="712183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-68580" y="657319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sp>
        <p:nvSpPr>
          <p:cNvPr id="173" name="Shape 171"/>
          <p:cNvSpPr/>
          <p:nvPr/>
        </p:nvSpPr>
        <p:spPr>
          <a:xfrm>
            <a:off x="315468" y="592261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-68580" y="537397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315468" y="472340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-68580" y="417476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700" dirty="0"/>
          </a:p>
        </p:txBody>
      </p:sp>
      <p:sp>
        <p:nvSpPr>
          <p:cNvPr id="177" name="Shape 175"/>
          <p:cNvSpPr/>
          <p:nvPr/>
        </p:nvSpPr>
        <p:spPr>
          <a:xfrm>
            <a:off x="315468" y="352419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-68580" y="297555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00" dirty="0"/>
          </a:p>
        </p:txBody>
      </p:sp>
      <p:sp>
        <p:nvSpPr>
          <p:cNvPr id="179" name="Text 177"/>
          <p:cNvSpPr txBox="1"/>
          <p:nvPr/>
        </p:nvSpPr>
        <p:spPr>
          <a:xfrm rot="16200000">
            <a:off x="-470916" y="603795"/>
            <a:ext cx="109728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publications (%)</a:t>
            </a:r>
            <a:endParaRPr lang="en-US" sz="750" dirty="0"/>
          </a:p>
        </p:txBody>
      </p:sp>
      <p:sp>
        <p:nvSpPr>
          <p:cNvPr id="180" name="Text 178"/>
          <p:cNvSpPr txBox="1"/>
          <p:nvPr/>
        </p:nvSpPr>
        <p:spPr>
          <a:xfrm>
            <a:off x="308610" y="850392"/>
            <a:ext cx="36576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</a:t>
            </a:r>
            <a:endParaRPr lang="en-US" sz="700" dirty="0"/>
          </a:p>
        </p:txBody>
      </p:sp>
      <p:sp>
        <p:nvSpPr>
          <p:cNvPr id="181" name="Text 179"/>
          <p:cNvSpPr txBox="1"/>
          <p:nvPr/>
        </p:nvSpPr>
        <p:spPr>
          <a:xfrm>
            <a:off x="605790" y="850392"/>
            <a:ext cx="36576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700" dirty="0"/>
          </a:p>
        </p:txBody>
      </p:sp>
      <p:sp>
        <p:nvSpPr>
          <p:cNvPr id="182" name="Text 180"/>
          <p:cNvSpPr txBox="1"/>
          <p:nvPr/>
        </p:nvSpPr>
        <p:spPr>
          <a:xfrm>
            <a:off x="902970" y="850392"/>
            <a:ext cx="36576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</a:t>
            </a:r>
            <a:endParaRPr lang="en-US" sz="700" dirty="0"/>
          </a:p>
        </p:txBody>
      </p:sp>
      <p:sp>
        <p:nvSpPr>
          <p:cNvPr id="183" name="Text 181"/>
          <p:cNvSpPr txBox="1"/>
          <p:nvPr/>
        </p:nvSpPr>
        <p:spPr>
          <a:xfrm>
            <a:off x="1200150" y="850392"/>
            <a:ext cx="36576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700" dirty="0"/>
          </a:p>
        </p:txBody>
      </p:sp>
      <p:sp>
        <p:nvSpPr>
          <p:cNvPr id="184" name="Text 182"/>
          <p:cNvSpPr txBox="1"/>
          <p:nvPr/>
        </p:nvSpPr>
        <p:spPr>
          <a:xfrm>
            <a:off x="365760" y="969264"/>
            <a:ext cx="54864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372618" y="960120"/>
            <a:ext cx="534924" cy="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960120" y="969264"/>
            <a:ext cx="54864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</a:t>
            </a:r>
            <a:endParaRPr lang="en-US" sz="700" dirty="0"/>
          </a:p>
        </p:txBody>
      </p:sp>
      <p:sp>
        <p:nvSpPr>
          <p:cNvPr id="187" name="Shape 185"/>
          <p:cNvSpPr/>
          <p:nvPr/>
        </p:nvSpPr>
        <p:spPr>
          <a:xfrm>
            <a:off x="966978" y="960120"/>
            <a:ext cx="534924" cy="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37260" y="832104"/>
            <a:ext cx="0" cy="237744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4572" y="1179576"/>
            <a:ext cx="157276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results correct and timely</a:t>
            </a:r>
            <a:endParaRPr lang="en-US" sz="750" dirty="0"/>
          </a:p>
        </p:txBody>
      </p:sp>
      <p:sp>
        <p:nvSpPr>
          <p:cNvPr id="190" name="Shape 188"/>
          <p:cNvSpPr/>
          <p:nvPr/>
        </p:nvSpPr>
        <p:spPr>
          <a:xfrm>
            <a:off x="1915668" y="685800"/>
            <a:ext cx="1188720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915668" y="539496"/>
            <a:ext cx="1188720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915668" y="393192"/>
            <a:ext cx="1188720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2510028" y="246888"/>
            <a:ext cx="0" cy="585216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915668" y="344424"/>
            <a:ext cx="1188720" cy="0"/>
          </a:xfrm>
          <a:prstGeom prst="line">
            <a:avLst/>
          </a:prstGeom>
          <a:noFill/>
          <a:ln w="8890">
            <a:solidFill>
              <a:srgbClr val="000000"/>
            </a:solidFill>
            <a:prstDash val="lgDashDot"/>
          </a:ln>
        </p:spPr>
      </p:sp>
      <p:sp>
        <p:nvSpPr>
          <p:cNvPr id="195" name="Shape 193"/>
          <p:cNvSpPr/>
          <p:nvPr/>
        </p:nvSpPr>
        <p:spPr>
          <a:xfrm>
            <a:off x="1944643" y="378474"/>
            <a:ext cx="56464" cy="45363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96" name="Shape 194"/>
          <p:cNvSpPr/>
          <p:nvPr/>
        </p:nvSpPr>
        <p:spPr>
          <a:xfrm>
            <a:off x="1944643" y="378474"/>
            <a:ext cx="56464" cy="453630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 flipV="1">
            <a:off x="1972875" y="375150"/>
            <a:ext cx="0" cy="664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960074" y="381797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960074" y="375150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2005565" y="378561"/>
            <a:ext cx="56464" cy="4535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1" name="Shape 199"/>
          <p:cNvSpPr/>
          <p:nvPr/>
        </p:nvSpPr>
        <p:spPr>
          <a:xfrm flipV="1">
            <a:off x="2005565" y="378561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flipV="1">
            <a:off x="2005565" y="378561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flipV="1">
            <a:off x="2005565" y="413536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 flipV="1">
            <a:off x="2005565" y="450112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flipV="1">
            <a:off x="2005565" y="486688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 flipV="1">
            <a:off x="2005565" y="523264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 flipV="1">
            <a:off x="2005565" y="559840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 flipV="1">
            <a:off x="2005565" y="596416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 flipV="1">
            <a:off x="2005565" y="632992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 flipV="1">
            <a:off x="2005565" y="669568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 flipV="1">
            <a:off x="2005565" y="706144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 flipV="1">
            <a:off x="2005565" y="742720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flipV="1">
            <a:off x="2009222" y="779296"/>
            <a:ext cx="52808" cy="5280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 flipV="1">
            <a:off x="2045798" y="815872"/>
            <a:ext cx="16232" cy="1623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2005565" y="378561"/>
            <a:ext cx="56464" cy="453543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 flipV="1">
            <a:off x="2033797" y="373757"/>
            <a:ext cx="0" cy="9607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2020995" y="383364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2020995" y="373757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2066487" y="495866"/>
            <a:ext cx="56464" cy="33623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0" name="Shape 218"/>
          <p:cNvSpPr/>
          <p:nvPr/>
        </p:nvSpPr>
        <p:spPr>
          <a:xfrm>
            <a:off x="2066487" y="813816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2066487" y="777240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2066487" y="740664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2066487" y="704088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2066487" y="667512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2066487" y="630936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2066487" y="594360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2066487" y="557784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2066487" y="521208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2077721" y="495866"/>
            <a:ext cx="45230" cy="45230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2114297" y="495866"/>
            <a:ext cx="8654" cy="865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066487" y="495866"/>
            <a:ext cx="56464" cy="336238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 flipV="1">
            <a:off x="2094719" y="493925"/>
            <a:ext cx="0" cy="3883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2081917" y="497808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2081917" y="493925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2127409" y="332836"/>
            <a:ext cx="56464" cy="499268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236" name="Shape 234"/>
          <p:cNvSpPr/>
          <p:nvPr/>
        </p:nvSpPr>
        <p:spPr>
          <a:xfrm>
            <a:off x="2127409" y="332836"/>
            <a:ext cx="56464" cy="499268"/>
          </a:xfrm>
          <a:prstGeom prst="rect">
            <a:avLst/>
          </a:prstGeom>
          <a:ln w="7620">
            <a:solidFill>
              <a:srgbClr val="5F4B8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 flipV="1">
            <a:off x="2155641" y="326809"/>
            <a:ext cx="0" cy="12053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2142839" y="338862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2142839" y="326809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2241823" y="576745"/>
            <a:ext cx="56464" cy="255359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41" name="Shape 239"/>
          <p:cNvSpPr/>
          <p:nvPr/>
        </p:nvSpPr>
        <p:spPr>
          <a:xfrm>
            <a:off x="2241823" y="576745"/>
            <a:ext cx="56464" cy="255359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 flipV="1">
            <a:off x="2270055" y="571310"/>
            <a:ext cx="0" cy="1087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2257254" y="582181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2257254" y="571310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2302745" y="578416"/>
            <a:ext cx="56464" cy="253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6" name="Shape 244"/>
          <p:cNvSpPr/>
          <p:nvPr/>
        </p:nvSpPr>
        <p:spPr>
          <a:xfrm flipV="1">
            <a:off x="2302745" y="578416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 flipV="1">
            <a:off x="2302745" y="578416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 flipV="1">
            <a:off x="2302745" y="613392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 flipV="1">
            <a:off x="2302745" y="649968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 flipV="1">
            <a:off x="2302745" y="686544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 flipV="1">
            <a:off x="2302745" y="723120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flipV="1">
            <a:off x="2302745" y="759696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 flipV="1">
            <a:off x="2323377" y="796272"/>
            <a:ext cx="35832" cy="3583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2302745" y="578416"/>
            <a:ext cx="56464" cy="253688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 flipV="1">
            <a:off x="2330977" y="575207"/>
            <a:ext cx="0" cy="6417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318175" y="581624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2318175" y="575207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2363667" y="577670"/>
            <a:ext cx="56464" cy="25443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59" name="Shape 257"/>
          <p:cNvSpPr/>
          <p:nvPr/>
        </p:nvSpPr>
        <p:spPr>
          <a:xfrm>
            <a:off x="2363667" y="813816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2363667" y="777240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2363667" y="740664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2363667" y="704088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2363667" y="667512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2363667" y="630936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2363667" y="594360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2383552" y="577670"/>
            <a:ext cx="36579" cy="36579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2363667" y="577670"/>
            <a:ext cx="56464" cy="254434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 flipV="1">
            <a:off x="2391899" y="572463"/>
            <a:ext cx="0" cy="10412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2379097" y="582876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2379097" y="572463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2424589" y="477171"/>
            <a:ext cx="56464" cy="354933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272" name="Shape 270"/>
          <p:cNvSpPr/>
          <p:nvPr/>
        </p:nvSpPr>
        <p:spPr>
          <a:xfrm>
            <a:off x="2424589" y="477171"/>
            <a:ext cx="56464" cy="354933"/>
          </a:xfrm>
          <a:prstGeom prst="rect">
            <a:avLst/>
          </a:prstGeom>
          <a:ln w="7620">
            <a:solidFill>
              <a:srgbClr val="5F4B8B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 flipV="1">
            <a:off x="2452821" y="463852"/>
            <a:ext cx="0" cy="26639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2440019" y="490490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2440019" y="463852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2539003" y="372828"/>
            <a:ext cx="56464" cy="4592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77" name="Shape 275"/>
          <p:cNvSpPr/>
          <p:nvPr/>
        </p:nvSpPr>
        <p:spPr>
          <a:xfrm>
            <a:off x="2539003" y="372828"/>
            <a:ext cx="56464" cy="459276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 flipV="1">
            <a:off x="2567235" y="369589"/>
            <a:ext cx="0" cy="647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2554434" y="376067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2554434" y="369589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2599925" y="375419"/>
            <a:ext cx="56464" cy="4566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2" name="Shape 280"/>
          <p:cNvSpPr/>
          <p:nvPr/>
        </p:nvSpPr>
        <p:spPr>
          <a:xfrm flipV="1">
            <a:off x="2599925" y="375419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 flipV="1">
            <a:off x="2599925" y="375419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 flipV="1">
            <a:off x="2599925" y="410395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 flipV="1">
            <a:off x="2599925" y="446971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 flipV="1">
            <a:off x="2599925" y="483547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 flipV="1">
            <a:off x="2599925" y="520123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 flipV="1">
            <a:off x="2599925" y="556699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 flipV="1">
            <a:off x="2599925" y="593275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 flipV="1">
            <a:off x="2599925" y="629851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 flipV="1">
            <a:off x="2599925" y="666427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 flipV="1">
            <a:off x="2599925" y="703003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 flipV="1">
            <a:off x="2599925" y="739579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 flipV="1">
            <a:off x="2600440" y="776155"/>
            <a:ext cx="55949" cy="55949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 flipV="1">
            <a:off x="2637016" y="812731"/>
            <a:ext cx="19373" cy="19373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2599925" y="375419"/>
            <a:ext cx="56464" cy="456685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 flipV="1">
            <a:off x="2628157" y="372184"/>
            <a:ext cx="0" cy="6471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2615355" y="378655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2615355" y="372184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2660847" y="481895"/>
            <a:ext cx="56464" cy="350209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01" name="Shape 299"/>
          <p:cNvSpPr/>
          <p:nvPr/>
        </p:nvSpPr>
        <p:spPr>
          <a:xfrm>
            <a:off x="2660847" y="813816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2660847" y="777240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2660847" y="740664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2660847" y="704088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2660847" y="667512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2660847" y="630936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2660847" y="594360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2660847" y="557784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2660847" y="521208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2660847" y="484632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2694686" y="481895"/>
            <a:ext cx="22626" cy="22626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2660847" y="481895"/>
            <a:ext cx="56464" cy="350209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 flipV="1">
            <a:off x="2689079" y="480002"/>
            <a:ext cx="0" cy="3785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2676277" y="483787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2676277" y="480002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2721769" y="327177"/>
            <a:ext cx="56464" cy="504927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317" name="Shape 315"/>
          <p:cNvSpPr/>
          <p:nvPr/>
        </p:nvSpPr>
        <p:spPr>
          <a:xfrm>
            <a:off x="2721769" y="327177"/>
            <a:ext cx="56464" cy="504927"/>
          </a:xfrm>
          <a:prstGeom prst="rect">
            <a:avLst/>
          </a:prstGeom>
          <a:ln w="7620">
            <a:solidFill>
              <a:srgbClr val="5F4B8B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 flipV="1">
            <a:off x="2750001" y="321859"/>
            <a:ext cx="0" cy="10637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2737199" y="332495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2737199" y="321859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2836183" y="574057"/>
            <a:ext cx="56464" cy="258047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22" name="Shape 320"/>
          <p:cNvSpPr/>
          <p:nvPr/>
        </p:nvSpPr>
        <p:spPr>
          <a:xfrm>
            <a:off x="2836183" y="574057"/>
            <a:ext cx="56464" cy="258047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 flipV="1">
            <a:off x="2864415" y="570329"/>
            <a:ext cx="0" cy="7456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2851614" y="577785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2851614" y="570329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2897105" y="570516"/>
            <a:ext cx="56464" cy="261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7" name="Shape 325"/>
          <p:cNvSpPr/>
          <p:nvPr/>
        </p:nvSpPr>
        <p:spPr>
          <a:xfrm flipV="1">
            <a:off x="2897105" y="570516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 flipV="1">
            <a:off x="2897105" y="570516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 flipV="1">
            <a:off x="2897105" y="605492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 flipV="1">
            <a:off x="2897105" y="642068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 flipV="1">
            <a:off x="2897105" y="678644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 flipV="1">
            <a:off x="2897105" y="715220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 flipV="1">
            <a:off x="2897105" y="751796"/>
            <a:ext cx="56464" cy="564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 flipV="1">
            <a:off x="2909837" y="788372"/>
            <a:ext cx="43732" cy="4373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 flipV="1">
            <a:off x="2946413" y="824948"/>
            <a:ext cx="7156" cy="7156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2897105" y="570516"/>
            <a:ext cx="56464" cy="261588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 flipV="1">
            <a:off x="2925337" y="567763"/>
            <a:ext cx="0" cy="5505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2912535" y="573269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2912535" y="567763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2958027" y="567781"/>
            <a:ext cx="56464" cy="26432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41" name="Shape 339"/>
          <p:cNvSpPr/>
          <p:nvPr/>
        </p:nvSpPr>
        <p:spPr>
          <a:xfrm>
            <a:off x="2958027" y="813816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2958027" y="777240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2958027" y="740664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2958027" y="704088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2958027" y="667512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2958027" y="630936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2958027" y="594360"/>
            <a:ext cx="56464" cy="56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2968024" y="567781"/>
            <a:ext cx="46467" cy="46467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3004600" y="567781"/>
            <a:ext cx="9891" cy="9891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2958027" y="567781"/>
            <a:ext cx="56464" cy="264323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 flipV="1">
            <a:off x="2986259" y="564556"/>
            <a:ext cx="0" cy="645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2973457" y="571006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2973457" y="564556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3018949" y="450481"/>
            <a:ext cx="56464" cy="381623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355" name="Shape 353"/>
          <p:cNvSpPr/>
          <p:nvPr/>
        </p:nvSpPr>
        <p:spPr>
          <a:xfrm>
            <a:off x="3018949" y="450481"/>
            <a:ext cx="56464" cy="381623"/>
          </a:xfrm>
          <a:prstGeom prst="rect">
            <a:avLst/>
          </a:prstGeom>
          <a:ln w="7620">
            <a:solidFill>
              <a:srgbClr val="5F4B8B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 flipV="1">
            <a:off x="3047181" y="443831"/>
            <a:ext cx="0" cy="1330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3034379" y="457131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3034379" y="443831"/>
            <a:ext cx="25603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59" name="Text 357"/>
          <p:cNvSpPr txBox="1"/>
          <p:nvPr/>
        </p:nvSpPr>
        <p:spPr>
          <a:xfrm>
            <a:off x="1930527" y="238963"/>
            <a:ext cx="45720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630" dirty="0"/>
          </a:p>
        </p:txBody>
      </p:sp>
      <p:sp>
        <p:nvSpPr>
          <p:cNvPr id="360" name="Shape 358"/>
          <p:cNvSpPr/>
          <p:nvPr/>
        </p:nvSpPr>
        <p:spPr>
          <a:xfrm>
            <a:off x="1915668" y="246888"/>
            <a:ext cx="1188720" cy="585216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1888236" y="832104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362" name="Text 360"/>
          <p:cNvSpPr txBox="1"/>
          <p:nvPr/>
        </p:nvSpPr>
        <p:spPr>
          <a:xfrm>
            <a:off x="1504188" y="777240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363" name="Shape 361"/>
          <p:cNvSpPr/>
          <p:nvPr/>
        </p:nvSpPr>
        <p:spPr>
          <a:xfrm>
            <a:off x="1888236" y="685800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364" name="Text 362"/>
          <p:cNvSpPr txBox="1"/>
          <p:nvPr/>
        </p:nvSpPr>
        <p:spPr>
          <a:xfrm>
            <a:off x="1504188" y="630936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700" dirty="0"/>
          </a:p>
        </p:txBody>
      </p:sp>
      <p:sp>
        <p:nvSpPr>
          <p:cNvPr id="365" name="Shape 363"/>
          <p:cNvSpPr/>
          <p:nvPr/>
        </p:nvSpPr>
        <p:spPr>
          <a:xfrm>
            <a:off x="1888236" y="539496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366" name="Text 364"/>
          <p:cNvSpPr txBox="1"/>
          <p:nvPr/>
        </p:nvSpPr>
        <p:spPr>
          <a:xfrm>
            <a:off x="1504188" y="484632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700" dirty="0"/>
          </a:p>
        </p:txBody>
      </p:sp>
      <p:sp>
        <p:nvSpPr>
          <p:cNvPr id="367" name="Shape 365"/>
          <p:cNvSpPr/>
          <p:nvPr/>
        </p:nvSpPr>
        <p:spPr>
          <a:xfrm>
            <a:off x="1888236" y="393192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368" name="Text 366"/>
          <p:cNvSpPr txBox="1"/>
          <p:nvPr/>
        </p:nvSpPr>
        <p:spPr>
          <a:xfrm>
            <a:off x="1504188" y="338328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700" dirty="0"/>
          </a:p>
        </p:txBody>
      </p:sp>
      <p:sp>
        <p:nvSpPr>
          <p:cNvPr id="369" name="Shape 367"/>
          <p:cNvSpPr/>
          <p:nvPr/>
        </p:nvSpPr>
        <p:spPr>
          <a:xfrm>
            <a:off x="1888236" y="246888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370" name="Text 368"/>
          <p:cNvSpPr txBox="1"/>
          <p:nvPr/>
        </p:nvSpPr>
        <p:spPr>
          <a:xfrm>
            <a:off x="1504188" y="192024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700" dirty="0"/>
          </a:p>
        </p:txBody>
      </p:sp>
      <p:sp>
        <p:nvSpPr>
          <p:cNvPr id="371" name="Text 369"/>
          <p:cNvSpPr txBox="1"/>
          <p:nvPr/>
        </p:nvSpPr>
        <p:spPr>
          <a:xfrm rot="16200000">
            <a:off x="1101852" y="579615"/>
            <a:ext cx="109728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99th-pct. latency (ms)</a:t>
            </a:r>
            <a:endParaRPr lang="en-US" sz="750" dirty="0"/>
          </a:p>
        </p:txBody>
      </p:sp>
      <p:sp>
        <p:nvSpPr>
          <p:cNvPr id="372" name="Text 370"/>
          <p:cNvSpPr txBox="1"/>
          <p:nvPr/>
        </p:nvSpPr>
        <p:spPr>
          <a:xfrm>
            <a:off x="1881378" y="850392"/>
            <a:ext cx="36576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</a:t>
            </a:r>
            <a:endParaRPr lang="en-US" sz="700" dirty="0"/>
          </a:p>
        </p:txBody>
      </p:sp>
      <p:sp>
        <p:nvSpPr>
          <p:cNvPr id="373" name="Text 371"/>
          <p:cNvSpPr txBox="1"/>
          <p:nvPr/>
        </p:nvSpPr>
        <p:spPr>
          <a:xfrm>
            <a:off x="2178558" y="850392"/>
            <a:ext cx="36576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700" dirty="0"/>
          </a:p>
        </p:txBody>
      </p:sp>
      <p:sp>
        <p:nvSpPr>
          <p:cNvPr id="374" name="Text 372"/>
          <p:cNvSpPr txBox="1"/>
          <p:nvPr/>
        </p:nvSpPr>
        <p:spPr>
          <a:xfrm>
            <a:off x="2475738" y="850392"/>
            <a:ext cx="36576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</a:t>
            </a:r>
            <a:endParaRPr lang="en-US" sz="700" dirty="0"/>
          </a:p>
        </p:txBody>
      </p:sp>
      <p:sp>
        <p:nvSpPr>
          <p:cNvPr id="375" name="Text 373"/>
          <p:cNvSpPr txBox="1"/>
          <p:nvPr/>
        </p:nvSpPr>
        <p:spPr>
          <a:xfrm>
            <a:off x="2772918" y="850392"/>
            <a:ext cx="36576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700" dirty="0"/>
          </a:p>
        </p:txBody>
      </p:sp>
      <p:sp>
        <p:nvSpPr>
          <p:cNvPr id="376" name="Text 374"/>
          <p:cNvSpPr txBox="1"/>
          <p:nvPr/>
        </p:nvSpPr>
        <p:spPr>
          <a:xfrm>
            <a:off x="1938528" y="969264"/>
            <a:ext cx="54864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</a:t>
            </a:r>
            <a:endParaRPr lang="en-US" sz="700" dirty="0"/>
          </a:p>
        </p:txBody>
      </p:sp>
      <p:sp>
        <p:nvSpPr>
          <p:cNvPr id="377" name="Shape 375"/>
          <p:cNvSpPr/>
          <p:nvPr/>
        </p:nvSpPr>
        <p:spPr>
          <a:xfrm>
            <a:off x="1945386" y="960120"/>
            <a:ext cx="534924" cy="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378" name="Text 376"/>
          <p:cNvSpPr txBox="1"/>
          <p:nvPr/>
        </p:nvSpPr>
        <p:spPr>
          <a:xfrm>
            <a:off x="2532888" y="969264"/>
            <a:ext cx="54864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</a:t>
            </a:r>
            <a:endParaRPr lang="en-US" sz="700" dirty="0"/>
          </a:p>
        </p:txBody>
      </p:sp>
      <p:sp>
        <p:nvSpPr>
          <p:cNvPr id="379" name="Shape 377"/>
          <p:cNvSpPr/>
          <p:nvPr/>
        </p:nvSpPr>
        <p:spPr>
          <a:xfrm>
            <a:off x="2539746" y="960120"/>
            <a:ext cx="534924" cy="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2510028" y="832104"/>
            <a:ext cx="0" cy="237744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381" name="Text 379"/>
          <p:cNvSpPr txBox="1"/>
          <p:nvPr/>
        </p:nvSpPr>
        <p:spPr>
          <a:xfrm>
            <a:off x="1577340" y="1179576"/>
            <a:ext cx="157276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</a:t>
            </a:r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99th-percentile latency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fig7_mixed</dc:title>
  <dc:subject>ISPA r15: regenerated from r14 source coordinates and unchanged data</dc:subject>
  <dc:creator>ReadSeal authors</dc:creator>
  <cp:lastModifiedBy>ReadSeal authors</cp:lastModifiedBy>
  <cp:revision>1</cp:revision>
  <dcterms:created xsi:type="dcterms:W3CDTF">2026-09-29T11:55:40Z</dcterms:created>
  <dcterms:modified xsi:type="dcterms:W3CDTF">2026-09-29T11:55:40Z</dcterms:modified>
</cp:coreProperties>
</file>