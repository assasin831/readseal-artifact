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154680" cy="1325880"/>
  <p:notesSz cx="1325880" cy="31546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26650" y="13716"/>
            <ns1:ext cx="3101380" cy="155448"/>
          </ns1:xfrm>
          <ns1:prstGeom prst="rect">
            <ns1:avLst/>
          </ns1:prstGeom>
          <ns1:solidFill>
            <ns1:srgbClr val="FFFFFF"/>
          </ns1:solidFill>
          <ns1:ln w="6350">
            <ns1:solidFill>
              <ns1:srgbClr val="A6A6A6"/>
            </ns1:solidFill>
            <ns1:prstDash val="solid"/>
          </ns1:ln>
        </ns0:spPr>
      </ns0:sp>
      <ns0:sp>
        <ns0:nvSpPr>
          <ns0:cNvPr id="3" name="Shape 1"/>
          <ns0:cNvSpPr/>
          <ns0:nvPr/>
        </ns0:nvSpPr>
        <ns0:spPr>
          <ns1:xfrm>
            <ns1:off x="90658" y="50292"/>
            <ns1:ext cx="182880" cy="82296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4" name="Shape 2"/>
          <ns0:cNvSpPr/>
          <ns0:nvPr/>
        </ns0:nvSpPr>
        <ns0:spPr>
          <ns1:xfrm>
            <ns1:off x="90658" y="50292"/>
            <ns1:ext cx="182880" cy="82296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314686" y="27432"/>
            <ns1:ext cx="550719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BIM + ReadSeal</ns1:t>
            </ns1:r>
            <ns1:endParaRPr lang="en-US" sz="63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947701" y="50292"/>
            <ns1:ext cx="182880" cy="82296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7" name="Shape 5"/>
          <ns0:cNvSpPr/>
          <ns0:nvPr/>
        </ns0:nvSpPr>
        <ns0:spPr>
          <ns1:xfrm flipV="1">
            <ns1:off x="947701" y="50292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8" name="Shape 6"/>
          <ns0:cNvSpPr/>
          <ns0:nvPr/>
        </ns0:nvSpPr>
        <ns0:spPr>
          <ns1:xfrm flipV="1">
            <ns1:off x="947701" y="50292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9" name="Shape 7"/>
          <ns0:cNvSpPr/>
          <ns0:nvPr/>
        </ns0:nvSpPr>
        <ns0:spPr>
          <ns1:xfrm flipV="1">
            <ns1:off x="956845" y="50292"/>
            <ns1:ext cx="82296" cy="82296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" name="Shape 8"/>
          <ns0:cNvSpPr/>
          <ns0:nvPr/>
        </ns0:nvSpPr>
        <ns0:spPr>
          <ns1:xfrm flipV="1">
            <ns1:off x="993421" y="50292"/>
            <ns1:ext cx="82296" cy="82296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1" name="Shape 9"/>
          <ns0:cNvSpPr/>
          <ns0:nvPr/>
        </ns0:nvSpPr>
        <ns0:spPr>
          <ns1:xfrm flipV="1">
            <ns1:off x="1029997" y="50292"/>
            <ns1:ext cx="82296" cy="82296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 flipV="1">
            <ns1:off x="1066573" y="68580"/>
            <ns1:ext cx="64008" cy="6400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3" name="Shape 11"/>
          <ns0:cNvSpPr/>
          <ns0:nvPr/>
        </ns0:nvSpPr>
        <ns0:spPr>
          <ns1:xfrm flipV="1">
            <ns1:off x="1103149" y="105156"/>
            <ns1:ext cx="27432" cy="27432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4" name="Shape 12"/>
          <ns0:cNvSpPr/>
          <ns0:nvPr/>
        </ns0:nvSpPr>
        <ns0:spPr>
          <ns1:xfrm>
            <ns1:off x="947701" y="50292"/>
            <ns1:ext cx="182880" cy="82296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15" name="Text 13"/>
          <ns0:cNvSpPr txBox="1"/>
          <ns0:nvPr/>
        </ns0:nvSpPr>
        <ns0:spPr>
          <ns1:xfrm>
            <ns1:off x="1171729" y="27432"/>
            <ns1:ext cx="585459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Manual-checked</ns1:t>
            </ns1:r>
            <ns1:endParaRPr lang="en-US" sz="63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1839485" y="50292"/>
            <ns1:ext cx="182880" cy="82296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17" name="Shape 15"/>
          <ns0:cNvSpPr/>
          <ns0:nvPr/>
        </ns0:nvSpPr>
        <ns0:spPr>
          <ns1:xfrm>
            <ns1:off x="1839485" y="114300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8" name="Shape 16"/>
          <ns0:cNvSpPr/>
          <ns0:nvPr/>
        </ns0:nvSpPr>
        <ns0:spPr>
          <ns1:xfrm>
            <ns1:off x="1839485" y="77724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9" name="Shape 17"/>
          <ns0:cNvSpPr/>
          <ns0:nvPr/>
        </ns0:nvSpPr>
        <ns0:spPr>
          <ns1:xfrm>
            <ns1:off x="1848629" y="50292"/>
            <ns1:ext cx="82296" cy="82296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0" name="Shape 18"/>
          <ns0:cNvSpPr/>
          <ns0:nvPr/>
        </ns0:nvSpPr>
        <ns0:spPr>
          <ns1:xfrm>
            <ns1:off x="1885205" y="50292"/>
            <ns1:ext cx="82296" cy="82296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1921781" y="50292"/>
            <ns1:ext cx="82296" cy="82296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" name="Shape 20"/>
          <ns0:cNvSpPr/>
          <ns0:nvPr/>
        </ns0:nvSpPr>
        <ns0:spPr>
          <ns1:xfrm>
            <ns1:off x="1958357" y="50292"/>
            <ns1:ext cx="64008" cy="6400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3" name="Shape 21"/>
          <ns0:cNvSpPr/>
          <ns0:nvPr/>
        </ns0:nvSpPr>
        <ns0:spPr>
          <ns1:xfrm>
            <ns1:off x="1994933" y="50292"/>
            <ns1:ext cx="27432" cy="27432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4" name="Shape 22"/>
          <ns0:cNvSpPr/>
          <ns0:nvPr/>
        </ns0:nvSpPr>
        <ns0:spPr>
          <ns1:xfrm>
            <ns1:off x="1839485" y="50292"/>
            <ns1:ext cx="182880" cy="82296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5" name="Text 23"/>
          <ns0:cNvSpPr txBox="1"/>
          <ns0:nvPr/>
        </ns0:nvSpPr>
        <ns0:spPr>
          <ns1:xfrm>
            <ns1:off x="2063513" y="27432"/>
            <ns1:ext cx="161246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Full</ns1:t>
            </ns1:r>
            <ns1:endParaRPr lang="en-US" sz="630" dirty="0"/>
          </ns1:p>
        </ns0:txBody>
      </ns0:sp>
      <ns0:sp>
        <ns0:nvSpPr>
          <ns0:cNvPr id="26" name="Shape 24"/>
          <ns0:cNvSpPr/>
          <ns0:nvPr/>
        </ns0:nvSpPr>
        <ns0:spPr>
          <ns1:xfrm>
            <ns1:off x="2307055" y="50292"/>
            <ns1:ext cx="182880" cy="82296"/>
          </ns1:xfrm>
          <ns1:prstGeom prst="rect">
            <ns1:avLst/>
          </ns1:prstGeom>
          <ns1:solidFill>
            <ns1:srgbClr val="8064A2"/>
          </ns1:solidFill>
          <ns1:ln/>
        </ns0:spPr>
      </ns0:sp>
      <ns0:sp>
        <ns0:nvSpPr>
          <ns0:cNvPr id="27" name="Shape 25"/>
          <ns0:cNvSpPr/>
          <ns0:nvPr/>
        </ns0:nvSpPr>
        <ns0:spPr>
          <ns1:xfrm>
            <ns1:off x="2307055" y="50292"/>
            <ns1:ext cx="182880" cy="82296"/>
          </ns1:xfrm>
          <ns1:prstGeom prst="rect">
            <ns1:avLst/>
          </ns1:prstGeom>
          <ns1:ln w="7620">
            <ns1:solidFill>
              <ns1:srgbClr val="5F4B8B"/>
            </ns1:solidFill>
            <ns1:prstDash val="solid"/>
          </ns1:ln>
        </ns0:spPr>
      </ns0:sp>
      <ns0:sp>
        <ns0:nvSpPr>
          <ns0:cNvPr id="28" name="Text 26"/>
          <ns0:cNvSpPr txBox="1"/>
          <ns0:nvPr/>
        </ns0:nvSpPr>
        <ns0:spPr>
          <ns1:xfrm>
            <ns1:off x="2531083" y="27432"/>
            <ns1:ext cx="578659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Clone-on-accept</ns1:t>
            </ns1:r>
            <ns1:endParaRPr lang="en-US" sz="630" dirty="0"/>
          </ns1:p>
        </ns0:txBody>
      </ns0:sp>
      <ns0:sp>
        <ns0:nvSpPr>
          <ns0:cNvPr id="29" name="Shape 27"/>
          <ns0:cNvSpPr/>
          <ns0:nvPr/>
        </ns0:nvSpPr>
        <ns0:spPr>
          <ns1:xfrm>
            <ns1:off x="342900" y="712183"/>
            <ns1:ext cx="118872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30" name="Shape 28"/>
          <ns0:cNvSpPr/>
          <ns0:nvPr/>
        </ns0:nvSpPr>
        <ns0:spPr>
          <ns1:xfrm>
            <ns1:off x="342900" y="592261"/>
            <ns1:ext cx="118872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31" name="Shape 29"/>
          <ns0:cNvSpPr/>
          <ns0:nvPr/>
        </ns0:nvSpPr>
        <ns0:spPr>
          <ns1:xfrm>
            <ns1:off x="342900" y="472340"/>
            <ns1:ext cx="118872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32" name="Shape 30"/>
          <ns0:cNvSpPr/>
          <ns0:nvPr/>
        </ns0:nvSpPr>
        <ns0:spPr>
          <ns1:xfrm>
            <ns1:off x="342900" y="352419"/>
            <ns1:ext cx="118872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33" name="Shape 31"/>
          <ns0:cNvSpPr/>
          <ns0:nvPr/>
        </ns0:nvSpPr>
        <ns0:spPr>
          <ns1:xfrm>
            <ns1:off x="937260" y="246888"/>
            <ns1:ext cx="0" cy="585216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34" name="Shape 32"/>
          <ns0:cNvSpPr/>
          <ns0:nvPr/>
        </ns0:nvSpPr>
        <ns0:spPr>
          <ns1:xfrm>
            <ns1:off x="371875" y="517733"/>
            <ns1:ext cx="56464" cy="314371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35" name="Shape 33"/>
          <ns0:cNvSpPr/>
          <ns0:nvPr/>
        </ns0:nvSpPr>
        <ns0:spPr>
          <ns1:xfrm>
            <ns1:off x="371875" y="517733"/>
            <ns1:ext cx="56464" cy="314371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36" name="Text 34"/>
          <ns0:cNvSpPr txBox="1"/>
          <ns0:nvPr/>
        </ns0:nvSpPr>
        <ns0:spPr>
          <ns1:xfrm rot="16200000">
            <ns1:off x="262947" y="314186"/>
            <ns1:ext cx="27432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5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65.5</ns1:t>
            </ns1:r>
            <ns1:endParaRPr lang="en-US" sz="580" dirty="0"/>
          </ns1:p>
        </ns0:txBody>
      </ns0:sp>
      <ns0:sp>
        <ns0:nvSpPr>
          <ns0:cNvPr id="37" name="Shape 35"/>
          <ns0:cNvSpPr/>
          <ns0:nvPr/>
        </ns0:nvSpPr>
        <ns0:spPr>
          <ns1:xfrm>
            <ns1:off x="432797" y="518177"/>
            <ns1:ext cx="56464" cy="313927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38" name="Shape 36"/>
          <ns0:cNvSpPr/>
          <ns0:nvPr/>
        </ns0:nvSpPr>
        <ns0:spPr>
          <ns1:xfrm flipV="1">
            <ns1:off x="432797" y="518177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9" name="Shape 37"/>
          <ns0:cNvSpPr/>
          <ns0:nvPr/>
        </ns0:nvSpPr>
        <ns0:spPr>
          <ns1:xfrm flipV="1">
            <ns1:off x="432797" y="518177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40" name="Shape 38"/>
          <ns0:cNvSpPr/>
          <ns0:nvPr/>
        </ns0:nvSpPr>
        <ns0:spPr>
          <ns1:xfrm flipV="1">
            <ns1:off x="432797" y="553153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41" name="Shape 39"/>
          <ns0:cNvSpPr/>
          <ns0:nvPr/>
        </ns0:nvSpPr>
        <ns0:spPr>
          <ns1:xfrm flipV="1">
            <ns1:off x="432797" y="589729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42" name="Shape 40"/>
          <ns0:cNvSpPr/>
          <ns0:nvPr/>
        </ns0:nvSpPr>
        <ns0:spPr>
          <ns1:xfrm flipV="1">
            <ns1:off x="432797" y="626305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43" name="Shape 41"/>
          <ns0:cNvSpPr/>
          <ns0:nvPr/>
        </ns0:nvSpPr>
        <ns0:spPr>
          <ns1:xfrm flipV="1">
            <ns1:off x="432797" y="662881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44" name="Shape 42"/>
          <ns0:cNvSpPr/>
          <ns0:nvPr/>
        </ns0:nvSpPr>
        <ns0:spPr>
          <ns1:xfrm flipV="1">
            <ns1:off x="432797" y="699457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45" name="Shape 43"/>
          <ns0:cNvSpPr/>
          <ns0:nvPr/>
        </ns0:nvSpPr>
        <ns0:spPr>
          <ns1:xfrm flipV="1">
            <ns1:off x="432797" y="736033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46" name="Shape 44"/>
          <ns0:cNvSpPr/>
          <ns0:nvPr/>
        </ns0:nvSpPr>
        <ns0:spPr>
          <ns1:xfrm flipV="1">
            <ns1:off x="432797" y="772609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47" name="Shape 45"/>
          <ns0:cNvSpPr/>
          <ns0:nvPr/>
        </ns0:nvSpPr>
        <ns0:spPr>
          <ns1:xfrm flipV="1">
            <ns1:off x="466342" y="809185"/>
            <ns1:ext cx="22919" cy="22919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48" name="Shape 46"/>
          <ns0:cNvSpPr/>
          <ns0:nvPr/>
        </ns0:nvSpPr>
        <ns0:spPr>
          <ns1:xfrm>
            <ns1:off x="432797" y="518177"/>
            <ns1:ext cx="56464" cy="313927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49" name="Shape 47"/>
          <ns0:cNvSpPr/>
          <ns0:nvPr/>
        </ns0:nvSpPr>
        <ns0:spPr>
          <ns1:xfrm>
            <ns1:off x="493719" y="592261"/>
            <ns1:ext cx="56464" cy="239843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50" name="Shape 48"/>
          <ns0:cNvSpPr/>
          <ns0:nvPr/>
        </ns0:nvSpPr>
        <ns0:spPr>
          <ns1:xfrm>
            <ns1:off x="493719" y="813816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51" name="Shape 49"/>
          <ns0:cNvSpPr/>
          <ns0:nvPr/>
        </ns0:nvSpPr>
        <ns0:spPr>
          <ns1:xfrm>
            <ns1:off x="493719" y="777240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52" name="Shape 50"/>
          <ns0:cNvSpPr/>
          <ns0:nvPr/>
        </ns0:nvSpPr>
        <ns0:spPr>
          <ns1:xfrm>
            <ns1:off x="493719" y="74066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53" name="Shape 51"/>
          <ns0:cNvSpPr/>
          <ns0:nvPr/>
        </ns0:nvSpPr>
        <ns0:spPr>
          <ns1:xfrm>
            <ns1:off x="493719" y="70408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54" name="Shape 52"/>
          <ns0:cNvSpPr/>
          <ns0:nvPr/>
        </ns0:nvSpPr>
        <ns0:spPr>
          <ns1:xfrm>
            <ns1:off x="493719" y="667512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55" name="Shape 53"/>
          <ns0:cNvSpPr/>
          <ns0:nvPr/>
        </ns0:nvSpPr>
        <ns0:spPr>
          <ns1:xfrm>
            <ns1:off x="493719" y="630936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56" name="Shape 54"/>
          <ns0:cNvSpPr/>
          <ns0:nvPr/>
        </ns0:nvSpPr>
        <ns0:spPr>
          <ns1:xfrm>
            <ns1:off x="493719" y="594360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57" name="Shape 55"/>
          <ns0:cNvSpPr/>
          <ns0:nvPr/>
        </ns0:nvSpPr>
        <ns0:spPr>
          <ns1:xfrm>
            <ns1:off x="528196" y="592261"/>
            <ns1:ext cx="21987" cy="21987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58" name="Shape 56"/>
          <ns0:cNvSpPr/>
          <ns0:nvPr/>
        </ns0:nvSpPr>
        <ns0:spPr>
          <ns1:xfrm>
            <ns1:off x="493719" y="592261"/>
            <ns1:ext cx="56464" cy="239843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59" name="Shape 57"/>
          <ns0:cNvSpPr/>
          <ns0:nvPr/>
        </ns0:nvSpPr>
        <ns0:spPr>
          <ns1:xfrm>
            <ns1:off x="554641" y="528304"/>
            <ns1:ext cx="56464" cy="303800"/>
          </ns1:xfrm>
          <ns1:prstGeom prst="rect">
            <ns1:avLst/>
          </ns1:prstGeom>
          <ns1:solidFill>
            <ns1:srgbClr val="8064A2"/>
          </ns1:solidFill>
          <ns1:ln/>
        </ns0:spPr>
      </ns0:sp>
      <ns0:sp>
        <ns0:nvSpPr>
          <ns0:cNvPr id="60" name="Shape 58"/>
          <ns0:cNvSpPr/>
          <ns0:nvPr/>
        </ns0:nvSpPr>
        <ns0:spPr>
          <ns1:xfrm>
            <ns1:off x="554641" y="528304"/>
            <ns1:ext cx="56464" cy="303800"/>
          </ns1:xfrm>
          <ns1:prstGeom prst="rect">
            <ns1:avLst/>
          </ns1:prstGeom>
          <ns1:ln w="7620">
            <ns1:solidFill>
              <ns1:srgbClr val="5F4B8B"/>
            </ns1:solidFill>
            <ns1:prstDash val="solid"/>
          </ns1:ln>
        </ns0:spPr>
      </ns0:sp>
      <ns0:sp>
        <ns0:nvSpPr>
          <ns0:cNvPr id="61" name="Shape 59"/>
          <ns0:cNvSpPr/>
          <ns0:nvPr/>
        </ns0:nvSpPr>
        <ns0:spPr>
          <ns1:xfrm flipV="1">
            <ns1:off x="582873" y="525179"/>
            <ns1:ext cx="0" cy="6248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62" name="Shape 60"/>
          <ns0:cNvSpPr/>
          <ns0:nvPr/>
        </ns0:nvSpPr>
        <ns0:spPr>
          <ns1:xfrm>
            <ns1:off x="570071" y="531428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63" name="Shape 61"/>
          <ns0:cNvSpPr/>
          <ns0:nvPr/>
        </ns0:nvSpPr>
        <ns0:spPr>
          <ns1:xfrm>
            <ns1:off x="570071" y="525179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64" name="Text 62"/>
          <ns0:cNvSpPr txBox="1"/>
          <ns0:nvPr/>
        </ns0:nvSpPr>
        <ns0:spPr>
          <ns1:xfrm rot="16200000">
            <ns1:off x="445713" y="322183"/>
            <ns1:ext cx="27432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5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63.3</ns1:t>
            </ns1:r>
            <ns1:endParaRPr lang="en-US" sz="580" dirty="0"/>
          </ns1:p>
        </ns0:txBody>
      </ns0:sp>
      <ns0:sp>
        <ns0:nvSpPr>
          <ns0:cNvPr id="65" name="Shape 63"/>
          <ns0:cNvSpPr/>
          <ns0:nvPr/>
        </ns0:nvSpPr>
        <ns0:spPr>
          <ns1:xfrm>
            <ns1:off x="669055" y="591018"/>
            <ns1:ext cx="56464" cy="241086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66" name="Shape 64"/>
          <ns0:cNvSpPr/>
          <ns0:nvPr/>
        </ns0:nvSpPr>
        <ns0:spPr>
          <ns1:xfrm>
            <ns1:off x="669055" y="591018"/>
            <ns1:ext cx="56464" cy="241086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67" name="Shape 65"/>
          <ns0:cNvSpPr/>
          <ns0:nvPr/>
        </ns0:nvSpPr>
        <ns0:spPr>
          <ns1:xfrm flipV="1">
            <ns1:off x="697287" y="589059"/>
            <ns1:ext cx="0" cy="3918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68" name="Shape 66"/>
          <ns0:cNvSpPr/>
          <ns0:nvPr/>
        </ns0:nvSpPr>
        <ns0:spPr>
          <ns1:xfrm>
            <ns1:off x="684486" y="592977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69" name="Shape 67"/>
          <ns0:cNvSpPr/>
          <ns0:nvPr/>
        </ns0:nvSpPr>
        <ns0:spPr>
          <ns1:xfrm>
            <ns1:off x="684486" y="589059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70" name="Text 68"/>
          <ns0:cNvSpPr txBox="1"/>
          <ns0:nvPr/>
        </ns0:nvSpPr>
        <ns0:spPr>
          <ns1:xfrm rot="16200000">
            <ns1:off x="560127" y="386062"/>
            <ns1:ext cx="27432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5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50.3</ns1:t>
            </ns1:r>
            <ns1:endParaRPr lang="en-US" sz="580" dirty="0"/>
          </ns1:p>
        </ns0:txBody>
      </ns0:sp>
      <ns0:sp>
        <ns0:nvSpPr>
          <ns0:cNvPr id="71" name="Shape 69"/>
          <ns0:cNvSpPr/>
          <ns0:nvPr/>
        </ns0:nvSpPr>
        <ns0:spPr>
          <ns1:xfrm>
            <ns1:off x="729977" y="591284"/>
            <ns1:ext cx="56464" cy="240820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72" name="Shape 70"/>
          <ns0:cNvSpPr/>
          <ns0:nvPr/>
        </ns0:nvSpPr>
        <ns0:spPr>
          <ns1:xfrm flipV="1">
            <ns1:off x="729977" y="591284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73" name="Shape 71"/>
          <ns0:cNvSpPr/>
          <ns0:nvPr/>
        </ns0:nvSpPr>
        <ns0:spPr>
          <ns1:xfrm flipV="1">
            <ns1:off x="729977" y="591284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74" name="Shape 72"/>
          <ns0:cNvSpPr/>
          <ns0:nvPr/>
        </ns0:nvSpPr>
        <ns0:spPr>
          <ns1:xfrm flipV="1">
            <ns1:off x="729977" y="626260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75" name="Shape 73"/>
          <ns0:cNvSpPr/>
          <ns0:nvPr/>
        </ns0:nvSpPr>
        <ns0:spPr>
          <ns1:xfrm flipV="1">
            <ns1:off x="729977" y="662836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76" name="Shape 74"/>
          <ns0:cNvSpPr/>
          <ns0:nvPr/>
        </ns0:nvSpPr>
        <ns0:spPr>
          <ns1:xfrm flipV="1">
            <ns1:off x="729977" y="699412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77" name="Shape 75"/>
          <ns0:cNvSpPr/>
          <ns0:nvPr/>
        </ns0:nvSpPr>
        <ns0:spPr>
          <ns1:xfrm flipV="1">
            <ns1:off x="729977" y="735988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78" name="Shape 76"/>
          <ns0:cNvSpPr/>
          <ns0:nvPr/>
        </ns0:nvSpPr>
        <ns0:spPr>
          <ns1:xfrm flipV="1">
            <ns1:off x="729977" y="772564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79" name="Shape 77"/>
          <ns0:cNvSpPr/>
          <ns0:nvPr/>
        </ns0:nvSpPr>
        <ns0:spPr>
          <ns1:xfrm flipV="1">
            <ns1:off x="763477" y="809140"/>
            <ns1:ext cx="22964" cy="229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80" name="Shape 78"/>
          <ns0:cNvSpPr/>
          <ns0:nvPr/>
        </ns0:nvSpPr>
        <ns0:spPr>
          <ns1:xfrm>
            <ns1:off x="729977" y="591284"/>
            <ns1:ext cx="56464" cy="240820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81" name="Shape 79"/>
          <ns0:cNvSpPr/>
          <ns0:nvPr/>
        </ns0:nvSpPr>
        <ns0:spPr>
          <ns1:xfrm>
            <ns1:off x="790899" y="592261"/>
            <ns1:ext cx="56464" cy="239843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82" name="Shape 80"/>
          <ns0:cNvSpPr/>
          <ns0:nvPr/>
        </ns0:nvSpPr>
        <ns0:spPr>
          <ns1:xfrm>
            <ns1:off x="790899" y="813816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83" name="Shape 81"/>
          <ns0:cNvSpPr/>
          <ns0:nvPr/>
        </ns0:nvSpPr>
        <ns0:spPr>
          <ns1:xfrm>
            <ns1:off x="790899" y="777240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84" name="Shape 82"/>
          <ns0:cNvSpPr/>
          <ns0:nvPr/>
        </ns0:nvSpPr>
        <ns0:spPr>
          <ns1:xfrm>
            <ns1:off x="790899" y="74066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85" name="Shape 83"/>
          <ns0:cNvSpPr/>
          <ns0:nvPr/>
        </ns0:nvSpPr>
        <ns0:spPr>
          <ns1:xfrm>
            <ns1:off x="790899" y="70408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86" name="Shape 84"/>
          <ns0:cNvSpPr/>
          <ns0:nvPr/>
        </ns0:nvSpPr>
        <ns0:spPr>
          <ns1:xfrm>
            <ns1:off x="790899" y="667512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87" name="Shape 85"/>
          <ns0:cNvSpPr/>
          <ns0:nvPr/>
        </ns0:nvSpPr>
        <ns0:spPr>
          <ns1:xfrm>
            <ns1:off x="790899" y="630936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88" name="Shape 86"/>
          <ns0:cNvSpPr/>
          <ns0:nvPr/>
        </ns0:nvSpPr>
        <ns0:spPr>
          <ns1:xfrm>
            <ns1:off x="790899" y="594360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89" name="Shape 87"/>
          <ns0:cNvSpPr/>
          <ns0:nvPr/>
        </ns0:nvSpPr>
        <ns0:spPr>
          <ns1:xfrm>
            <ns1:off x="825376" y="592261"/>
            <ns1:ext cx="21987" cy="21987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90" name="Shape 88"/>
          <ns0:cNvSpPr/>
          <ns0:nvPr/>
        </ns0:nvSpPr>
        <ns0:spPr>
          <ns1:xfrm>
            <ns1:off x="790899" y="592261"/>
            <ns1:ext cx="56464" cy="239843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91" name="Shape 89"/>
          <ns0:cNvSpPr/>
          <ns0:nvPr/>
        </ns0:nvSpPr>
        <ns0:spPr>
          <ns1:xfrm>
            <ns1:off x="851821" y="436097"/>
            <ns1:ext cx="56464" cy="396007"/>
          </ns1:xfrm>
          <ns1:prstGeom prst="rect">
            <ns1:avLst/>
          </ns1:prstGeom>
          <ns1:solidFill>
            <ns1:srgbClr val="8064A2"/>
          </ns1:solidFill>
          <ns1:ln/>
        </ns0:spPr>
      </ns0:sp>
      <ns0:sp>
        <ns0:nvSpPr>
          <ns0:cNvPr id="92" name="Shape 90"/>
          <ns0:cNvSpPr/>
          <ns0:nvPr/>
        </ns0:nvSpPr>
        <ns0:spPr>
          <ns1:xfrm>
            <ns1:off x="851821" y="436097"/>
            <ns1:ext cx="56464" cy="396007"/>
          </ns1:xfrm>
          <ns1:prstGeom prst="rect">
            <ns1:avLst/>
          </ns1:prstGeom>
          <ns1:ln w="7620">
            <ns1:solidFill>
              <ns1:srgbClr val="5F4B8B"/>
            </ns1:solidFill>
            <ns1:prstDash val="solid"/>
          </ns1:ln>
        </ns0:spPr>
      </ns0:sp>
      <ns0:sp>
        <ns0:nvSpPr>
          <ns0:cNvPr id="93" name="Text 91"/>
          <ns0:cNvSpPr txBox="1"/>
          <ns0:nvPr/>
        </ns0:nvSpPr>
        <ns0:spPr>
          <ns1:xfrm rot="16200000">
            <ns1:off x="742893" y="231982"/>
            <ns1:ext cx="27432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5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82.6</ns1:t>
            </ns1:r>
            <ns1:endParaRPr lang="en-US" sz="580" dirty="0"/>
          </ns1:p>
        </ns0:txBody>
      </ns0:sp>
      <ns0:sp>
        <ns0:nvSpPr>
          <ns0:cNvPr id="94" name="Shape 92"/>
          <ns0:cNvSpPr/>
          <ns0:nvPr/>
        </ns0:nvSpPr>
        <ns0:spPr>
          <ns1:xfrm>
            <ns1:off x="966235" y="527326"/>
            <ns1:ext cx="56464" cy="304778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95" name="Shape 93"/>
          <ns0:cNvSpPr/>
          <ns0:nvPr/>
        </ns0:nvSpPr>
        <ns0:spPr>
          <ns1:xfrm>
            <ns1:off x="966235" y="527326"/>
            <ns1:ext cx="56464" cy="304778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96" name="Text 94"/>
          <ns0:cNvSpPr txBox="1"/>
          <ns0:nvPr/>
        </ns0:nvSpPr>
        <ns0:spPr>
          <ns1:xfrm rot="16200000">
            <ns1:off x="857307" y="323187"/>
            <ns1:ext cx="27432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5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63.5</ns1:t>
            </ns1:r>
            <ns1:endParaRPr lang="en-US" sz="580" dirty="0"/>
          </ns1:p>
        </ns0:txBody>
      </ns0:sp>
      <ns0:sp>
        <ns0:nvSpPr>
          <ns0:cNvPr id="97" name="Shape 95"/>
          <ns0:cNvSpPr/>
          <ns0:nvPr/>
        </ns0:nvSpPr>
        <ns0:spPr>
          <ns1:xfrm>
            <ns1:off x="1027157" y="527504"/>
            <ns1:ext cx="56464" cy="304600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98" name="Shape 96"/>
          <ns0:cNvSpPr/>
          <ns0:nvPr/>
        </ns0:nvSpPr>
        <ns0:spPr>
          <ns1:xfrm flipV="1">
            <ns1:off x="1027157" y="527504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99" name="Shape 97"/>
          <ns0:cNvSpPr/>
          <ns0:nvPr/>
        </ns0:nvSpPr>
        <ns0:spPr>
          <ns1:xfrm flipV="1">
            <ns1:off x="1027157" y="527504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0" name="Shape 98"/>
          <ns0:cNvSpPr/>
          <ns0:nvPr/>
        </ns0:nvSpPr>
        <ns0:spPr>
          <ns1:xfrm flipV="1">
            <ns1:off x="1027157" y="562480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1" name="Shape 99"/>
          <ns0:cNvSpPr/>
          <ns0:nvPr/>
        </ns0:nvSpPr>
        <ns0:spPr>
          <ns1:xfrm flipV="1">
            <ns1:off x="1027157" y="599056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2" name="Shape 100"/>
          <ns0:cNvSpPr/>
          <ns0:nvPr/>
        </ns0:nvSpPr>
        <ns0:spPr>
          <ns1:xfrm flipV="1">
            <ns1:off x="1027157" y="635632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3" name="Shape 101"/>
          <ns0:cNvSpPr/>
          <ns0:nvPr/>
        </ns0:nvSpPr>
        <ns0:spPr>
          <ns1:xfrm flipV="1">
            <ns1:off x="1027157" y="672208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4" name="Shape 102"/>
          <ns0:cNvSpPr/>
          <ns0:nvPr/>
        </ns0:nvSpPr>
        <ns0:spPr>
          <ns1:xfrm flipV="1">
            <ns1:off x="1027157" y="708784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5" name="Shape 103"/>
          <ns0:cNvSpPr/>
          <ns0:nvPr/>
        </ns0:nvSpPr>
        <ns0:spPr>
          <ns1:xfrm flipV="1">
            <ns1:off x="1027157" y="745360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6" name="Shape 104"/>
          <ns0:cNvSpPr/>
          <ns0:nvPr/>
        </ns0:nvSpPr>
        <ns0:spPr>
          <ns1:xfrm flipV="1">
            <ns1:off x="1033453" y="781936"/>
            <ns1:ext cx="50168" cy="5016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7" name="Shape 105"/>
          <ns0:cNvSpPr/>
          <ns0:nvPr/>
        </ns0:nvSpPr>
        <ns0:spPr>
          <ns1:xfrm flipV="1">
            <ns1:off x="1070029" y="818512"/>
            <ns1:ext cx="13592" cy="13592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8" name="Shape 106"/>
          <ns0:cNvSpPr/>
          <ns0:nvPr/>
        </ns0:nvSpPr>
        <ns0:spPr>
          <ns1:xfrm>
            <ns1:off x="1027157" y="527504"/>
            <ns1:ext cx="56464" cy="304600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109" name="Shape 107"/>
          <ns0:cNvSpPr/>
          <ns0:nvPr/>
        </ns0:nvSpPr>
        <ns0:spPr>
          <ns1:xfrm>
            <ns1:off x="1088079" y="601766"/>
            <ns1:ext cx="56464" cy="230338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110" name="Shape 108"/>
          <ns0:cNvSpPr/>
          <ns0:nvPr/>
        </ns0:nvSpPr>
        <ns0:spPr>
          <ns1:xfrm>
            <ns1:off x="1088079" y="813816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11" name="Shape 109"/>
          <ns0:cNvSpPr/>
          <ns0:nvPr/>
        </ns0:nvSpPr>
        <ns0:spPr>
          <ns1:xfrm>
            <ns1:off x="1088079" y="777240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12" name="Shape 110"/>
          <ns0:cNvSpPr/>
          <ns0:nvPr/>
        </ns0:nvSpPr>
        <ns0:spPr>
          <ns1:xfrm>
            <ns1:off x="1088079" y="74066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13" name="Shape 111"/>
          <ns0:cNvSpPr/>
          <ns0:nvPr/>
        </ns0:nvSpPr>
        <ns0:spPr>
          <ns1:xfrm>
            <ns1:off x="1088079" y="70408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14" name="Shape 112"/>
          <ns0:cNvSpPr/>
          <ns0:nvPr/>
        </ns0:nvSpPr>
        <ns0:spPr>
          <ns1:xfrm>
            <ns1:off x="1088079" y="667512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15" name="Shape 113"/>
          <ns0:cNvSpPr/>
          <ns0:nvPr/>
        </ns0:nvSpPr>
        <ns0:spPr>
          <ns1:xfrm>
            <ns1:off x="1088079" y="630936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16" name="Shape 114"/>
          <ns0:cNvSpPr/>
          <ns0:nvPr/>
        </ns0:nvSpPr>
        <ns0:spPr>
          <ns1:xfrm>
            <ns1:off x="1095485" y="601766"/>
            <ns1:ext cx="49058" cy="4905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17" name="Shape 115"/>
          <ns0:cNvSpPr/>
          <ns0:nvPr/>
        </ns0:nvSpPr>
        <ns0:spPr>
          <ns1:xfrm>
            <ns1:off x="1132061" y="601766"/>
            <ns1:ext cx="12482" cy="12482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18" name="Shape 116"/>
          <ns0:cNvSpPr/>
          <ns0:nvPr/>
        </ns0:nvSpPr>
        <ns0:spPr>
          <ns1:xfrm>
            <ns1:off x="1088079" y="601766"/>
            <ns1:ext cx="56464" cy="230338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19" name="Shape 117"/>
          <ns0:cNvSpPr/>
          <ns0:nvPr/>
        </ns0:nvSpPr>
        <ns0:spPr>
          <ns1:xfrm flipV="1">
            <ns1:off x="1116311" y="599815"/>
            <ns1:ext cx="0" cy="3902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20" name="Shape 118"/>
          <ns0:cNvSpPr/>
          <ns0:nvPr/>
        </ns0:nvSpPr>
        <ns0:spPr>
          <ns1:xfrm>
            <ns1:off x="1103509" y="603717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21" name="Shape 119"/>
          <ns0:cNvSpPr/>
          <ns0:nvPr/>
        </ns0:nvSpPr>
        <ns0:spPr>
          <ns1:xfrm>
            <ns1:off x="1103509" y="599815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22" name="Shape 120"/>
          <ns0:cNvSpPr/>
          <ns0:nvPr/>
        </ns0:nvSpPr>
        <ns0:spPr>
          <ns1:xfrm>
            <ns1:off x="1149001" y="536387"/>
            <ns1:ext cx="56464" cy="295717"/>
          </ns1:xfrm>
          <ns1:prstGeom prst="rect">
            <ns1:avLst/>
          </ns1:prstGeom>
          <ns1:solidFill>
            <ns1:srgbClr val="8064A2"/>
          </ns1:solidFill>
          <ns1:ln/>
        </ns0:spPr>
      </ns0:sp>
      <ns0:sp>
        <ns0:nvSpPr>
          <ns0:cNvPr id="123" name="Shape 121"/>
          <ns0:cNvSpPr/>
          <ns0:nvPr/>
        </ns0:nvSpPr>
        <ns0:spPr>
          <ns1:xfrm>
            <ns1:off x="1149001" y="536387"/>
            <ns1:ext cx="56464" cy="295717"/>
          </ns1:xfrm>
          <ns1:prstGeom prst="rect">
            <ns1:avLst/>
          </ns1:prstGeom>
          <ns1:ln w="7620">
            <ns1:solidFill>
              <ns1:srgbClr val="5F4B8B"/>
            </ns1:solidFill>
            <ns1:prstDash val="solid"/>
          </ns1:ln>
        </ns0:spPr>
      </ns0:sp>
      <ns0:sp>
        <ns0:nvSpPr>
          <ns0:cNvPr id="124" name="Shape 122"/>
          <ns0:cNvSpPr/>
          <ns0:nvPr/>
        </ns0:nvSpPr>
        <ns0:spPr>
          <ns1:xfrm flipV="1">
            <ns1:off x="1177233" y="531796"/>
            <ns1:ext cx="0" cy="9182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25" name="Shape 123"/>
          <ns0:cNvSpPr/>
          <ns0:nvPr/>
        </ns0:nvSpPr>
        <ns0:spPr>
          <ns1:xfrm>
            <ns1:off x="1164431" y="540978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26" name="Shape 124"/>
          <ns0:cNvSpPr/>
          <ns0:nvPr/>
        </ns0:nvSpPr>
        <ns0:spPr>
          <ns1:xfrm>
            <ns1:off x="1164431" y="531796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27" name="Text 125"/>
          <ns0:cNvSpPr txBox="1"/>
          <ns0:nvPr/>
        </ns0:nvSpPr>
        <ns0:spPr>
          <ns1:xfrm rot="16200000">
            <ns1:off x="1040073" y="328799"/>
            <ns1:ext cx="27432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5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61.6</ns1:t>
            </ns1:r>
            <ns1:endParaRPr lang="en-US" sz="580" dirty="0"/>
          </ns1:p>
        </ns0:txBody>
      </ns0:sp>
      <ns0:sp>
        <ns0:nvSpPr>
          <ns0:cNvPr id="128" name="Shape 126"/>
          <ns0:cNvSpPr/>
          <ns0:nvPr/>
        </ns0:nvSpPr>
        <ns0:spPr>
          <ns1:xfrm>
            <ns1:off x="1263415" y="551666"/>
            <ns1:ext cx="56464" cy="280438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129" name="Shape 127"/>
          <ns0:cNvSpPr/>
          <ns0:nvPr/>
        </ns0:nvSpPr>
        <ns0:spPr>
          <ns1:xfrm>
            <ns1:off x="1263415" y="551666"/>
            <ns1:ext cx="56464" cy="280438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130" name="Shape 128"/>
          <ns0:cNvSpPr/>
          <ns0:nvPr/>
        </ns0:nvSpPr>
        <ns0:spPr>
          <ns1:xfrm flipV="1">
            <ns1:off x="1291647" y="548493"/>
            <ns1:ext cx="0" cy="6345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31" name="Shape 129"/>
          <ns0:cNvSpPr/>
          <ns0:nvPr/>
        </ns0:nvSpPr>
        <ns0:spPr>
          <ns1:xfrm>
            <ns1:off x="1278846" y="554838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32" name="Shape 130"/>
          <ns0:cNvSpPr/>
          <ns0:nvPr/>
        </ns0:nvSpPr>
        <ns0:spPr>
          <ns1:xfrm>
            <ns1:off x="1278846" y="548493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33" name="Text 131"/>
          <ns0:cNvSpPr txBox="1"/>
          <ns0:nvPr/>
        </ns0:nvSpPr>
        <ns0:spPr>
          <ns1:xfrm rot="16200000">
            <ns1:off x="1154487" y="345497"/>
            <ns1:ext cx="27432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5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58.5</ns1:t>
            </ns1:r>
            <ns1:endParaRPr lang="en-US" sz="580" dirty="0"/>
          </ns1:p>
        </ns0:txBody>
      </ns0:sp>
      <ns0:sp>
        <ns0:nvSpPr>
          <ns0:cNvPr id="134" name="Shape 132"/>
          <ns0:cNvSpPr/>
          <ns0:nvPr/>
        </ns0:nvSpPr>
        <ns0:spPr>
          <ns1:xfrm>
            <ns1:off x="1324337" y="552288"/>
            <ns1:ext cx="56464" cy="279816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135" name="Shape 133"/>
          <ns0:cNvSpPr/>
          <ns0:nvPr/>
        </ns0:nvSpPr>
        <ns0:spPr>
          <ns1:xfrm flipV="1">
            <ns1:off x="1324337" y="552288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36" name="Shape 134"/>
          <ns0:cNvSpPr/>
          <ns0:nvPr/>
        </ns0:nvSpPr>
        <ns0:spPr>
          <ns1:xfrm flipV="1">
            <ns1:off x="1324337" y="552288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37" name="Shape 135"/>
          <ns0:cNvSpPr/>
          <ns0:nvPr/>
        </ns0:nvSpPr>
        <ns0:spPr>
          <ns1:xfrm flipV="1">
            <ns1:off x="1324337" y="587264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38" name="Shape 136"/>
          <ns0:cNvSpPr/>
          <ns0:nvPr/>
        </ns0:nvSpPr>
        <ns0:spPr>
          <ns1:xfrm flipV="1">
            <ns1:off x="1324337" y="623840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39" name="Shape 137"/>
          <ns0:cNvSpPr/>
          <ns0:nvPr/>
        </ns0:nvSpPr>
        <ns0:spPr>
          <ns1:xfrm flipV="1">
            <ns1:off x="1324337" y="660416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40" name="Shape 138"/>
          <ns0:cNvSpPr/>
          <ns0:nvPr/>
        </ns0:nvSpPr>
        <ns0:spPr>
          <ns1:xfrm flipV="1">
            <ns1:off x="1324337" y="696992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41" name="Shape 139"/>
          <ns0:cNvSpPr/>
          <ns0:nvPr/>
        </ns0:nvSpPr>
        <ns0:spPr>
          <ns1:xfrm flipV="1">
            <ns1:off x="1324337" y="733568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42" name="Shape 140"/>
          <ns0:cNvSpPr/>
          <ns0:nvPr/>
        </ns0:nvSpPr>
        <ns0:spPr>
          <ns1:xfrm flipV="1">
            <ns1:off x="1324337" y="770144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43" name="Shape 141"/>
          <ns0:cNvSpPr/>
          <ns0:nvPr/>
        </ns0:nvSpPr>
        <ns0:spPr>
          <ns1:xfrm flipV="1">
            <ns1:off x="1355417" y="806720"/>
            <ns1:ext cx="25384" cy="2538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44" name="Shape 142"/>
          <ns0:cNvSpPr/>
          <ns0:nvPr/>
        </ns0:nvSpPr>
        <ns0:spPr>
          <ns1:xfrm>
            <ns1:off x="1324337" y="552288"/>
            <ns1:ext cx="56464" cy="279816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145" name="Shape 143"/>
          <ns0:cNvSpPr/>
          <ns0:nvPr/>
        </ns0:nvSpPr>
        <ns0:spPr>
          <ns1:xfrm flipV="1">
            <ns1:off x="1352569" y="549941"/>
            <ns1:ext cx="0" cy="4693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46" name="Shape 144"/>
          <ns0:cNvSpPr/>
          <ns0:nvPr/>
        </ns0:nvSpPr>
        <ns0:spPr>
          <ns1:xfrm>
            <ns1:off x="1339767" y="554634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47" name="Shape 145"/>
          <ns0:cNvSpPr/>
          <ns0:nvPr/>
        </ns0:nvSpPr>
        <ns0:spPr>
          <ns1:xfrm>
            <ns1:off x="1339767" y="549941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48" name="Shape 146"/>
          <ns0:cNvSpPr/>
          <ns0:nvPr/>
        </ns0:nvSpPr>
        <ns0:spPr>
          <ns1:xfrm>
            <ns1:off x="1385259" y="556108"/>
            <ns1:ext cx="56464" cy="275996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149" name="Shape 147"/>
          <ns0:cNvSpPr/>
          <ns0:nvPr/>
        </ns0:nvSpPr>
        <ns0:spPr>
          <ns1:xfrm>
            <ns1:off x="1385259" y="813816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50" name="Shape 148"/>
          <ns0:cNvSpPr/>
          <ns0:nvPr/>
        </ns0:nvSpPr>
        <ns0:spPr>
          <ns1:xfrm>
            <ns1:off x="1385259" y="777240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51" name="Shape 149"/>
          <ns0:cNvSpPr/>
          <ns0:nvPr/>
        </ns0:nvSpPr>
        <ns0:spPr>
          <ns1:xfrm>
            <ns1:off x="1385259" y="74066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52" name="Shape 150"/>
          <ns0:cNvSpPr/>
          <ns0:nvPr/>
        </ns0:nvSpPr>
        <ns0:spPr>
          <ns1:xfrm>
            <ns1:off x="1385259" y="70408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53" name="Shape 151"/>
          <ns0:cNvSpPr/>
          <ns0:nvPr/>
        </ns0:nvSpPr>
        <ns0:spPr>
          <ns1:xfrm>
            <ns1:off x="1385259" y="667512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54" name="Shape 152"/>
          <ns0:cNvSpPr/>
          <ns0:nvPr/>
        </ns0:nvSpPr>
        <ns0:spPr>
          <ns1:xfrm>
            <ns1:off x="1385259" y="630936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55" name="Shape 153"/>
          <ns0:cNvSpPr/>
          <ns0:nvPr/>
        </ns0:nvSpPr>
        <ns0:spPr>
          <ns1:xfrm>
            <ns1:off x="1385259" y="594360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56" name="Shape 154"/>
          <ns0:cNvSpPr/>
          <ns0:nvPr/>
        </ns0:nvSpPr>
        <ns0:spPr>
          <ns1:xfrm>
            <ns1:off x="1385259" y="55778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57" name="Shape 155"/>
          <ns0:cNvSpPr/>
          <ns0:nvPr/>
        </ns0:nvSpPr>
        <ns0:spPr>
          <ns1:xfrm>
            <ns1:off x="1420158" y="556108"/>
            <ns1:ext cx="21565" cy="21565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158" name="Shape 156"/>
          <ns0:cNvSpPr/>
          <ns0:nvPr/>
        </ns0:nvSpPr>
        <ns0:spPr>
          <ns1:xfrm>
            <ns1:off x="1385259" y="556108"/>
            <ns1:ext cx="56464" cy="275996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59" name="Shape 157"/>
          <ns0:cNvSpPr/>
          <ns0:nvPr/>
        </ns0:nvSpPr>
        <ns0:spPr>
          <ns1:xfrm flipV="1">
            <ns1:off x="1413491" y="553427"/>
            <ns1:ext cx="0" cy="5361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60" name="Shape 158"/>
          <ns0:cNvSpPr/>
          <ns0:nvPr/>
        </ns0:nvSpPr>
        <ns0:spPr>
          <ns1:xfrm>
            <ns1:off x="1400689" y="558788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61" name="Shape 159"/>
          <ns0:cNvSpPr/>
          <ns0:nvPr/>
        </ns0:nvSpPr>
        <ns0:spPr>
          <ns1:xfrm>
            <ns1:off x="1400689" y="553427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62" name="Shape 160"/>
          <ns0:cNvSpPr/>
          <ns0:nvPr/>
        </ns0:nvSpPr>
        <ns0:spPr>
          <ns1:xfrm>
            <ns1:off x="1446181" y="445069"/>
            <ns1:ext cx="56464" cy="387035"/>
          </ns1:xfrm>
          <ns1:prstGeom prst="rect">
            <ns1:avLst/>
          </ns1:prstGeom>
          <ns1:solidFill>
            <ns1:srgbClr val="8064A2"/>
          </ns1:solidFill>
          <ns1:ln/>
        </ns0:spPr>
      </ns0:sp>
      <ns0:sp>
        <ns0:nvSpPr>
          <ns0:cNvPr id="163" name="Shape 161"/>
          <ns0:cNvSpPr/>
          <ns0:nvPr/>
        </ns0:nvSpPr>
        <ns0:spPr>
          <ns1:xfrm>
            <ns1:off x="1446181" y="445069"/>
            <ns1:ext cx="56464" cy="387035"/>
          </ns1:xfrm>
          <ns1:prstGeom prst="rect">
            <ns1:avLst/>
          </ns1:prstGeom>
          <ns1:ln w="7620">
            <ns1:solidFill>
              <ns1:srgbClr val="5F4B8B"/>
            </ns1:solidFill>
            <ns1:prstDash val="solid"/>
          </ns1:ln>
        </ns0:spPr>
      </ns0:sp>
      <ns0:sp>
        <ns0:nvSpPr>
          <ns0:cNvPr id="164" name="Shape 162"/>
          <ns0:cNvSpPr/>
          <ns0:nvPr/>
        </ns0:nvSpPr>
        <ns0:spPr>
          <ns1:xfrm flipV="1">
            <ns1:off x="1474413" y="442274"/>
            <ns1:ext cx="0" cy="5589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65" name="Shape 163"/>
          <ns0:cNvSpPr/>
          <ns0:nvPr/>
        </ns0:nvSpPr>
        <ns0:spPr>
          <ns1:xfrm>
            <ns1:off x="1461611" y="447864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66" name="Shape 164"/>
          <ns0:cNvSpPr/>
          <ns0:nvPr/>
        </ns0:nvSpPr>
        <ns0:spPr>
          <ns1:xfrm>
            <ns1:off x="1461611" y="442274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67" name="Text 165"/>
          <ns0:cNvSpPr txBox="1"/>
          <ns0:nvPr/>
        </ns0:nvSpPr>
        <ns0:spPr>
          <ns1:xfrm rot="16200000">
            <ns1:off x="1337253" y="239278"/>
            <ns1:ext cx="27432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5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80.7</ns1:t>
            </ns1:r>
            <ns1:endParaRPr lang="en-US" sz="580" dirty="0"/>
          </ns1:p>
        </ns0:txBody>
      </ns0:sp>
      <ns0:sp>
        <ns0:nvSpPr>
          <ns0:cNvPr id="168" name="Shape 166"/>
          <ns0:cNvSpPr/>
          <ns0:nvPr/>
        </ns0:nvSpPr>
        <ns0:spPr>
          <ns1:xfrm>
            <ns1:off x="342900" y="246888"/>
            <ns1:ext cx="1188720" cy="585216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69" name="Shape 167"/>
          <ns0:cNvSpPr/>
          <ns0:nvPr/>
        </ns0:nvSpPr>
        <ns0:spPr>
          <ns1:xfrm>
            <ns1:off x="315468" y="832104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0" name="Text 168"/>
          <ns0:cNvSpPr txBox="1"/>
          <ns0:nvPr/>
        </ns0:nvSpPr>
        <ns0:spPr>
          <ns1:xfrm>
            <ns1:off x="-68580" y="777240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</ns1:t>
            </ns1:r>
            <ns1:endParaRPr lang="en-US" sz="700" dirty="0"/>
          </ns1:p>
        </ns0:txBody>
      </ns0:sp>
      <ns0:sp>
        <ns0:nvSpPr>
          <ns0:cNvPr id="171" name="Shape 169"/>
          <ns0:cNvSpPr/>
          <ns0:nvPr/>
        </ns0:nvSpPr>
        <ns0:spPr>
          <ns1:xfrm>
            <ns1:off x="315468" y="712183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2" name="Text 170"/>
          <ns0:cNvSpPr txBox="1"/>
          <ns0:nvPr/>
        </ns0:nvSpPr>
        <ns0:spPr>
          <ns1:xfrm>
            <ns1:off x="-68580" y="657319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25</ns1:t>
            </ns1:r>
            <ns1:endParaRPr lang="en-US" sz="700" dirty="0"/>
          </ns1:p>
        </ns0:txBody>
      </ns0:sp>
      <ns0:sp>
        <ns0:nvSpPr>
          <ns0:cNvPr id="173" name="Shape 171"/>
          <ns0:cNvSpPr/>
          <ns0:nvPr/>
        </ns0:nvSpPr>
        <ns0:spPr>
          <ns1:xfrm>
            <ns1:off x="315468" y="592261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4" name="Text 172"/>
          <ns0:cNvSpPr txBox="1"/>
          <ns0:nvPr/>
        </ns0:nvSpPr>
        <ns0:spPr>
          <ns1:xfrm>
            <ns1:off x="-68580" y="537397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50</ns1:t>
            </ns1:r>
            <ns1:endParaRPr lang="en-US" sz="700" dirty="0"/>
          </ns1:p>
        </ns0:txBody>
      </ns0:sp>
      <ns0:sp>
        <ns0:nvSpPr>
          <ns0:cNvPr id="175" name="Shape 173"/>
          <ns0:cNvSpPr/>
          <ns0:nvPr/>
        </ns0:nvSpPr>
        <ns0:spPr>
          <ns1:xfrm>
            <ns1:off x="315468" y="472340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6" name="Text 174"/>
          <ns0:cNvSpPr txBox="1"/>
          <ns0:nvPr/>
        </ns0:nvSpPr>
        <ns0:spPr>
          <ns1:xfrm>
            <ns1:off x="-68580" y="417476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75</ns1:t>
            </ns1:r>
            <ns1:endParaRPr lang="en-US" sz="700" dirty="0"/>
          </ns1:p>
        </ns0:txBody>
      </ns0:sp>
      <ns0:sp>
        <ns0:nvSpPr>
          <ns0:cNvPr id="177" name="Shape 175"/>
          <ns0:cNvSpPr/>
          <ns0:nvPr/>
        </ns0:nvSpPr>
        <ns0:spPr>
          <ns1:xfrm>
            <ns1:off x="315468" y="352419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8" name="Text 176"/>
          <ns0:cNvSpPr txBox="1"/>
          <ns0:nvPr/>
        </ns0:nvSpPr>
        <ns0:spPr>
          <ns1:xfrm>
            <ns1:off x="-68580" y="297555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100</ns1:t>
            </ns1:r>
            <ns1:endParaRPr lang="en-US" sz="700" dirty="0"/>
          </ns1:p>
        </ns0:txBody>
      </ns0:sp>
      <ns0:sp>
        <ns0:nvSpPr>
          <ns0:cNvPr id="179" name="Text 177"/>
          <ns0:cNvSpPr txBox="1"/>
          <ns0:nvPr/>
        </ns0:nvSpPr>
        <ns0:spPr>
          <ns1:xfrm rot="16200000">
            <ns1:off x="-470916" y="603795"/>
            <ns1:ext cx="1097280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Timely frames (%)</ns1:t>
            </ns1:r>
            <ns1:endParaRPr lang="en-US" sz="750" dirty="0"/>
          </ns1:p>
        </ns0:txBody>
      </ns0:sp>
      <ns0:sp>
        <ns0:nvSpPr>
          <ns0:cNvPr id="180" name="Text 178"/>
          <ns0:cNvSpPr txBox="1"/>
          <ns0:nvPr/>
        </ns0:nvSpPr>
        <ns0:spPr>
          <ns1:xfrm>
            <ns1:off x="308610" y="850392"/>
            <ns1:ext cx="36576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identical</ns1:t>
            </ns1:r>
            <ns1:endParaRPr lang="en-US" sz="700" dirty="0"/>
          </ns1:p>
        </ns0:txBody>
      </ns0:sp>
      <ns0:sp>
        <ns0:nvSpPr>
          <ns0:cNvPr id="181" name="Text 179"/>
          <ns0:cNvSpPr txBox="1"/>
          <ns0:nvPr/>
        </ns0:nvSpPr>
        <ns0:spPr>
          <ns1:xfrm>
            <ns1:off x="605790" y="850392"/>
            <ns1:ext cx="36576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mixed</ns1:t>
            </ns1:r>
            <ns1:endParaRPr lang="en-US" sz="700" dirty="0"/>
          </ns1:p>
        </ns0:txBody>
      </ns0:sp>
      <ns0:sp>
        <ns0:nvSpPr>
          <ns0:cNvPr id="182" name="Text 180"/>
          <ns0:cNvSpPr txBox="1"/>
          <ns0:nvPr/>
        </ns0:nvSpPr>
        <ns0:spPr>
          <ns1:xfrm>
            <ns1:off x="902970" y="850392"/>
            <ns1:ext cx="36576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identical</ns1:t>
            </ns1:r>
            <ns1:endParaRPr lang="en-US" sz="700" dirty="0"/>
          </ns1:p>
        </ns0:txBody>
      </ns0:sp>
      <ns0:sp>
        <ns0:nvSpPr>
          <ns0:cNvPr id="183" name="Text 181"/>
          <ns0:cNvSpPr txBox="1"/>
          <ns0:nvPr/>
        </ns0:nvSpPr>
        <ns0:spPr>
          <ns1:xfrm>
            <ns1:off x="1200150" y="850392"/>
            <ns1:ext cx="36576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mixed</ns1:t>
            </ns1:r>
            <ns1:endParaRPr lang="en-US" sz="700" dirty="0"/>
          </ns1:p>
        </ns0:txBody>
      </ns0:sp>
      <ns0:sp>
        <ns0:nvSpPr>
          <ns0:cNvPr id="184" name="Text 182"/>
          <ns0:cNvSpPr txBox="1"/>
          <ns0:nvPr/>
        </ns0:nvSpPr>
        <ns0:spPr>
          <ns1:xfrm>
            <ns1:off x="365760" y="969264"/>
            <ns1:ext cx="54864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periodic</ns1:t>
            </ns1:r>
            <ns1:endParaRPr lang="en-US" sz="700" dirty="0"/>
          </ns1:p>
        </ns0:txBody>
      </ns0:sp>
      <ns0:sp>
        <ns0:nvSpPr>
          <ns0:cNvPr id="185" name="Shape 183"/>
          <ns0:cNvSpPr/>
          <ns0:nvPr/>
        </ns0:nvSpPr>
        <ns0:spPr>
          <ns1:xfrm>
            <ns1:off x="372618" y="960120"/>
            <ns1:ext cx="534924" cy="0"/>
          </ns1:xfrm>
          <ns1:prstGeom prst="line">
            <ns1:avLst/>
          </ns1:prstGeom>
          <ns1:noFill/>
          <ns1:ln w="6350">
            <ns1:solidFill>
              <ns1:srgbClr val="595959"/>
            </ns1:solidFill>
            <ns1:prstDash val="solid"/>
          </ns1:ln>
        </ns0:spPr>
      </ns0:sp>
      <ns0:sp>
        <ns0:nvSpPr>
          <ns0:cNvPr id="186" name="Text 184"/>
          <ns0:cNvSpPr txBox="1"/>
          <ns0:nvPr/>
        </ns0:nvSpPr>
        <ns0:spPr>
          <ns1:xfrm>
            <ns1:off x="960120" y="969264"/>
            <ns1:ext cx="54864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jitter</ns1:t>
            </ns1:r>
            <ns1:endParaRPr lang="en-US" sz="700" dirty="0"/>
          </ns1:p>
        </ns0:txBody>
      </ns0:sp>
      <ns0:sp>
        <ns0:nvSpPr>
          <ns0:cNvPr id="187" name="Shape 185"/>
          <ns0:cNvSpPr/>
          <ns0:nvPr/>
        </ns0:nvSpPr>
        <ns0:spPr>
          <ns1:xfrm>
            <ns1:off x="966978" y="960120"/>
            <ns1:ext cx="534924" cy="0"/>
          </ns1:xfrm>
          <ns1:prstGeom prst="line">
            <ns1:avLst/>
          </ns1:prstGeom>
          <ns1:noFill/>
          <ns1:ln w="6350">
            <ns1:solidFill>
              <ns1:srgbClr val="595959"/>
            </ns1:solidFill>
            <ns1:prstDash val="solid"/>
          </ns1:ln>
        </ns0:spPr>
      </ns0:sp>
      <ns0:sp>
        <ns0:nvSpPr>
          <ns0:cNvPr id="188" name="Shape 186"/>
          <ns0:cNvSpPr/>
          <ns0:nvPr/>
        </ns0:nvSpPr>
        <ns0:spPr>
          <ns1:xfrm>
            <ns1:off x="937260" y="832104"/>
            <ns1:ext cx="0" cy="237744"/>
          </ns1:xfrm>
          <ns1:prstGeom prst="line">
            <ns1:avLst/>
          </ns1:prstGeom>
          <ns1:noFill/>
          <ns1:ln w="6350">
            <ns1:solidFill>
              <ns1:srgbClr val="595959"/>
            </ns1:solidFill>
            <ns1:prstDash val="solid"/>
          </ns1:ln>
        </ns0:spPr>
      </ns0:sp>
      <ns0:sp>
        <ns0:nvSpPr>
          <ns0:cNvPr id="189" name="Text 187"/>
          <ns0:cNvSpPr txBox="1"/>
          <ns0:nvPr/>
        </ns0:nvSpPr>
        <ns0:spPr>
          <ns1:xfrm>
            <ns1:off x="4572" y="1179576"/>
            <ns1:ext cx="1572768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(a) </ns1:t>
            </ns1:r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All four results correct and timely</ns1:t>
            </ns1:r>
            <ns1:endParaRPr lang="en-US" sz="750" dirty="0"/>
          </ns1:p>
        </ns0:txBody>
      </ns0:sp>
      <ns0:sp>
        <ns0:nvSpPr>
          <ns0:cNvPr id="190" name="Shape 188"/>
          <ns0:cNvSpPr/>
          <ns0:nvPr/>
        </ns0:nvSpPr>
        <ns0:spPr>
          <ns1:xfrm>
            <ns1:off x="1915668" y="685800"/>
            <ns1:ext cx="118872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1" name="Shape 189"/>
          <ns0:cNvSpPr/>
          <ns0:nvPr/>
        </ns0:nvSpPr>
        <ns0:spPr>
          <ns1:xfrm>
            <ns1:off x="1915668" y="539496"/>
            <ns1:ext cx="118872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2" name="Shape 190"/>
          <ns0:cNvSpPr/>
          <ns0:nvPr/>
        </ns0:nvSpPr>
        <ns0:spPr>
          <ns1:xfrm>
            <ns1:off x="1915668" y="393192"/>
            <ns1:ext cx="118872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3" name="Shape 191"/>
          <ns0:cNvSpPr/>
          <ns0:nvPr/>
        </ns0:nvSpPr>
        <ns0:spPr>
          <ns1:xfrm>
            <ns1:off x="2510028" y="246888"/>
            <ns1:ext cx="0" cy="585216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4" name="Shape 192"/>
          <ns0:cNvSpPr/>
          <ns0:nvPr/>
        </ns0:nvSpPr>
        <ns0:spPr>
          <ns1:xfrm>
            <ns1:off x="1915668" y="344424"/>
            <ns1:ext cx="1188720" cy="0"/>
          </ns1:xfrm>
          <ns1:prstGeom prst="line">
            <ns1:avLst/>
          </ns1:prstGeom>
          <ns1:noFill/>
          <ns1:ln w="8890">
            <ns1:solidFill>
              <ns1:srgbClr val="000000"/>
            </ns1:solidFill>
            <ns1:prstDash val="lgDashDot"/>
          </ns1:ln>
        </ns0:spPr>
      </ns0:sp>
      <ns0:sp>
        <ns0:nvSpPr>
          <ns0:cNvPr id="195" name="Shape 193"/>
          <ns0:cNvSpPr/>
          <ns0:nvPr/>
        </ns0:nvSpPr>
        <ns0:spPr>
          <ns1:xfrm>
            <ns1:off x="1944643" y="378474"/>
            <ns1:ext cx="56464" cy="453630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196" name="Shape 194"/>
          <ns0:cNvSpPr/>
          <ns0:nvPr/>
        </ns0:nvSpPr>
        <ns0:spPr>
          <ns1:xfrm>
            <ns1:off x="1944643" y="378474"/>
            <ns1:ext cx="56464" cy="453630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197" name="Shape 195"/>
          <ns0:cNvSpPr/>
          <ns0:nvPr/>
        </ns0:nvSpPr>
        <ns0:spPr>
          <ns1:xfrm flipV="1">
            <ns1:off x="1972875" y="375150"/>
            <ns1:ext cx="0" cy="6648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98" name="Shape 196"/>
          <ns0:cNvSpPr/>
          <ns0:nvPr/>
        </ns0:nvSpPr>
        <ns0:spPr>
          <ns1:xfrm>
            <ns1:off x="1960074" y="381797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199" name="Shape 197"/>
          <ns0:cNvSpPr/>
          <ns0:nvPr/>
        </ns0:nvSpPr>
        <ns0:spPr>
          <ns1:xfrm>
            <ns1:off x="1960074" y="375150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00" name="Shape 198"/>
          <ns0:cNvSpPr/>
          <ns0:nvPr/>
        </ns0:nvSpPr>
        <ns0:spPr>
          <ns1:xfrm>
            <ns1:off x="2005565" y="378561"/>
            <ns1:ext cx="56464" cy="453543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201" name="Shape 199"/>
          <ns0:cNvSpPr/>
          <ns0:nvPr/>
        </ns0:nvSpPr>
        <ns0:spPr>
          <ns1:xfrm flipV="1">
            <ns1:off x="2005565" y="378561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02" name="Shape 200"/>
          <ns0:cNvSpPr/>
          <ns0:nvPr/>
        </ns0:nvSpPr>
        <ns0:spPr>
          <ns1:xfrm flipV="1">
            <ns1:off x="2005565" y="378561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03" name="Shape 201"/>
          <ns0:cNvSpPr/>
          <ns0:nvPr/>
        </ns0:nvSpPr>
        <ns0:spPr>
          <ns1:xfrm flipV="1">
            <ns1:off x="2005565" y="413536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04" name="Shape 202"/>
          <ns0:cNvSpPr/>
          <ns0:nvPr/>
        </ns0:nvSpPr>
        <ns0:spPr>
          <ns1:xfrm flipV="1">
            <ns1:off x="2005565" y="450112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05" name="Shape 203"/>
          <ns0:cNvSpPr/>
          <ns0:nvPr/>
        </ns0:nvSpPr>
        <ns0:spPr>
          <ns1:xfrm flipV="1">
            <ns1:off x="2005565" y="486688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06" name="Shape 204"/>
          <ns0:cNvSpPr/>
          <ns0:nvPr/>
        </ns0:nvSpPr>
        <ns0:spPr>
          <ns1:xfrm flipV="1">
            <ns1:off x="2005565" y="523264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07" name="Shape 205"/>
          <ns0:cNvSpPr/>
          <ns0:nvPr/>
        </ns0:nvSpPr>
        <ns0:spPr>
          <ns1:xfrm flipV="1">
            <ns1:off x="2005565" y="559840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08" name="Shape 206"/>
          <ns0:cNvSpPr/>
          <ns0:nvPr/>
        </ns0:nvSpPr>
        <ns0:spPr>
          <ns1:xfrm flipV="1">
            <ns1:off x="2005565" y="596416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09" name="Shape 207"/>
          <ns0:cNvSpPr/>
          <ns0:nvPr/>
        </ns0:nvSpPr>
        <ns0:spPr>
          <ns1:xfrm flipV="1">
            <ns1:off x="2005565" y="632992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10" name="Shape 208"/>
          <ns0:cNvSpPr/>
          <ns0:nvPr/>
        </ns0:nvSpPr>
        <ns0:spPr>
          <ns1:xfrm flipV="1">
            <ns1:off x="2005565" y="669568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11" name="Shape 209"/>
          <ns0:cNvSpPr/>
          <ns0:nvPr/>
        </ns0:nvSpPr>
        <ns0:spPr>
          <ns1:xfrm flipV="1">
            <ns1:off x="2005565" y="706144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12" name="Shape 210"/>
          <ns0:cNvSpPr/>
          <ns0:nvPr/>
        </ns0:nvSpPr>
        <ns0:spPr>
          <ns1:xfrm flipV="1">
            <ns1:off x="2005565" y="742720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13" name="Shape 211"/>
          <ns0:cNvSpPr/>
          <ns0:nvPr/>
        </ns0:nvSpPr>
        <ns0:spPr>
          <ns1:xfrm flipV="1">
            <ns1:off x="2009222" y="779296"/>
            <ns1:ext cx="52808" cy="5280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14" name="Shape 212"/>
          <ns0:cNvSpPr/>
          <ns0:nvPr/>
        </ns0:nvSpPr>
        <ns0:spPr>
          <ns1:xfrm flipV="1">
            <ns1:off x="2045798" y="815872"/>
            <ns1:ext cx="16232" cy="16232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15" name="Shape 213"/>
          <ns0:cNvSpPr/>
          <ns0:nvPr/>
        </ns0:nvSpPr>
        <ns0:spPr>
          <ns1:xfrm>
            <ns1:off x="2005565" y="378561"/>
            <ns1:ext cx="56464" cy="453543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216" name="Shape 214"/>
          <ns0:cNvSpPr/>
          <ns0:nvPr/>
        </ns0:nvSpPr>
        <ns0:spPr>
          <ns1:xfrm flipV="1">
            <ns1:off x="2033797" y="373757"/>
            <ns1:ext cx="0" cy="9607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17" name="Shape 215"/>
          <ns0:cNvSpPr/>
          <ns0:nvPr/>
        </ns0:nvSpPr>
        <ns0:spPr>
          <ns1:xfrm>
            <ns1:off x="2020995" y="383364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18" name="Shape 216"/>
          <ns0:cNvSpPr/>
          <ns0:nvPr/>
        </ns0:nvSpPr>
        <ns0:spPr>
          <ns1:xfrm>
            <ns1:off x="2020995" y="373757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19" name="Shape 217"/>
          <ns0:cNvSpPr/>
          <ns0:nvPr/>
        </ns0:nvSpPr>
        <ns0:spPr>
          <ns1:xfrm>
            <ns1:off x="2066487" y="495866"/>
            <ns1:ext cx="56464" cy="336238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220" name="Shape 218"/>
          <ns0:cNvSpPr/>
          <ns0:nvPr/>
        </ns0:nvSpPr>
        <ns0:spPr>
          <ns1:xfrm>
            <ns1:off x="2066487" y="813816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1" name="Shape 219"/>
          <ns0:cNvSpPr/>
          <ns0:nvPr/>
        </ns0:nvSpPr>
        <ns0:spPr>
          <ns1:xfrm>
            <ns1:off x="2066487" y="777240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2" name="Shape 220"/>
          <ns0:cNvSpPr/>
          <ns0:nvPr/>
        </ns0:nvSpPr>
        <ns0:spPr>
          <ns1:xfrm>
            <ns1:off x="2066487" y="74066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3" name="Shape 221"/>
          <ns0:cNvSpPr/>
          <ns0:nvPr/>
        </ns0:nvSpPr>
        <ns0:spPr>
          <ns1:xfrm>
            <ns1:off x="2066487" y="70408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4" name="Shape 222"/>
          <ns0:cNvSpPr/>
          <ns0:nvPr/>
        </ns0:nvSpPr>
        <ns0:spPr>
          <ns1:xfrm>
            <ns1:off x="2066487" y="667512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5" name="Shape 223"/>
          <ns0:cNvSpPr/>
          <ns0:nvPr/>
        </ns0:nvSpPr>
        <ns0:spPr>
          <ns1:xfrm>
            <ns1:off x="2066487" y="630936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6" name="Shape 224"/>
          <ns0:cNvSpPr/>
          <ns0:nvPr/>
        </ns0:nvSpPr>
        <ns0:spPr>
          <ns1:xfrm>
            <ns1:off x="2066487" y="594360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7" name="Shape 225"/>
          <ns0:cNvSpPr/>
          <ns0:nvPr/>
        </ns0:nvSpPr>
        <ns0:spPr>
          <ns1:xfrm>
            <ns1:off x="2066487" y="55778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8" name="Shape 226"/>
          <ns0:cNvSpPr/>
          <ns0:nvPr/>
        </ns0:nvSpPr>
        <ns0:spPr>
          <ns1:xfrm>
            <ns1:off x="2066487" y="52120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9" name="Shape 227"/>
          <ns0:cNvSpPr/>
          <ns0:nvPr/>
        </ns0:nvSpPr>
        <ns0:spPr>
          <ns1:xfrm>
            <ns1:off x="2077721" y="495866"/>
            <ns1:ext cx="45230" cy="45230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30" name="Shape 228"/>
          <ns0:cNvSpPr/>
          <ns0:nvPr/>
        </ns0:nvSpPr>
        <ns0:spPr>
          <ns1:xfrm>
            <ns1:off x="2114297" y="495866"/>
            <ns1:ext cx="8654" cy="865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31" name="Shape 229"/>
          <ns0:cNvSpPr/>
          <ns0:nvPr/>
        </ns0:nvSpPr>
        <ns0:spPr>
          <ns1:xfrm>
            <ns1:off x="2066487" y="495866"/>
            <ns1:ext cx="56464" cy="336238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32" name="Shape 230"/>
          <ns0:cNvSpPr/>
          <ns0:nvPr/>
        </ns0:nvSpPr>
        <ns0:spPr>
          <ns1:xfrm flipV="1">
            <ns1:off x="2094719" y="493925"/>
            <ns1:ext cx="0" cy="3883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33" name="Shape 231"/>
          <ns0:cNvSpPr/>
          <ns0:nvPr/>
        </ns0:nvSpPr>
        <ns0:spPr>
          <ns1:xfrm>
            <ns1:off x="2081917" y="497808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34" name="Shape 232"/>
          <ns0:cNvSpPr/>
          <ns0:nvPr/>
        </ns0:nvSpPr>
        <ns0:spPr>
          <ns1:xfrm>
            <ns1:off x="2081917" y="493925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35" name="Shape 233"/>
          <ns0:cNvSpPr/>
          <ns0:nvPr/>
        </ns0:nvSpPr>
        <ns0:spPr>
          <ns1:xfrm>
            <ns1:off x="2127409" y="332836"/>
            <ns1:ext cx="56464" cy="499268"/>
          </ns1:xfrm>
          <ns1:prstGeom prst="rect">
            <ns1:avLst/>
          </ns1:prstGeom>
          <ns1:solidFill>
            <ns1:srgbClr val="8064A2"/>
          </ns1:solidFill>
          <ns1:ln/>
        </ns0:spPr>
      </ns0:sp>
      <ns0:sp>
        <ns0:nvSpPr>
          <ns0:cNvPr id="236" name="Shape 234"/>
          <ns0:cNvSpPr/>
          <ns0:nvPr/>
        </ns0:nvSpPr>
        <ns0:spPr>
          <ns1:xfrm>
            <ns1:off x="2127409" y="332836"/>
            <ns1:ext cx="56464" cy="499268"/>
          </ns1:xfrm>
          <ns1:prstGeom prst="rect">
            <ns1:avLst/>
          </ns1:prstGeom>
          <ns1:ln w="7620">
            <ns1:solidFill>
              <ns1:srgbClr val="5F4B8B"/>
            </ns1:solidFill>
            <ns1:prstDash val="solid"/>
          </ns1:ln>
        </ns0:spPr>
      </ns0:sp>
      <ns0:sp>
        <ns0:nvSpPr>
          <ns0:cNvPr id="237" name="Shape 235"/>
          <ns0:cNvSpPr/>
          <ns0:nvPr/>
        </ns0:nvSpPr>
        <ns0:spPr>
          <ns1:xfrm flipV="1">
            <ns1:off x="2155641" y="326809"/>
            <ns1:ext cx="0" cy="12053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38" name="Shape 236"/>
          <ns0:cNvSpPr/>
          <ns0:nvPr/>
        </ns0:nvSpPr>
        <ns0:spPr>
          <ns1:xfrm>
            <ns1:off x="2142839" y="338862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39" name="Shape 237"/>
          <ns0:cNvSpPr/>
          <ns0:nvPr/>
        </ns0:nvSpPr>
        <ns0:spPr>
          <ns1:xfrm>
            <ns1:off x="2142839" y="326809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40" name="Shape 238"/>
          <ns0:cNvSpPr/>
          <ns0:nvPr/>
        </ns0:nvSpPr>
        <ns0:spPr>
          <ns1:xfrm>
            <ns1:off x="2241823" y="576745"/>
            <ns1:ext cx="56464" cy="255359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241" name="Shape 239"/>
          <ns0:cNvSpPr/>
          <ns0:nvPr/>
        </ns0:nvSpPr>
        <ns0:spPr>
          <ns1:xfrm>
            <ns1:off x="2241823" y="576745"/>
            <ns1:ext cx="56464" cy="255359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242" name="Shape 240"/>
          <ns0:cNvSpPr/>
          <ns0:nvPr/>
        </ns0:nvSpPr>
        <ns0:spPr>
          <ns1:xfrm flipV="1">
            <ns1:off x="2270055" y="571310"/>
            <ns1:ext cx="0" cy="1087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43" name="Shape 241"/>
          <ns0:cNvSpPr/>
          <ns0:nvPr/>
        </ns0:nvSpPr>
        <ns0:spPr>
          <ns1:xfrm>
            <ns1:off x="2257254" y="582181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44" name="Shape 242"/>
          <ns0:cNvSpPr/>
          <ns0:nvPr/>
        </ns0:nvSpPr>
        <ns0:spPr>
          <ns1:xfrm>
            <ns1:off x="2257254" y="571310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45" name="Shape 243"/>
          <ns0:cNvSpPr/>
          <ns0:nvPr/>
        </ns0:nvSpPr>
        <ns0:spPr>
          <ns1:xfrm>
            <ns1:off x="2302745" y="578416"/>
            <ns1:ext cx="56464" cy="253688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246" name="Shape 244"/>
          <ns0:cNvSpPr/>
          <ns0:nvPr/>
        </ns0:nvSpPr>
        <ns0:spPr>
          <ns1:xfrm flipV="1">
            <ns1:off x="2302745" y="578416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47" name="Shape 245"/>
          <ns0:cNvSpPr/>
          <ns0:nvPr/>
        </ns0:nvSpPr>
        <ns0:spPr>
          <ns1:xfrm flipV="1">
            <ns1:off x="2302745" y="578416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48" name="Shape 246"/>
          <ns0:cNvSpPr/>
          <ns0:nvPr/>
        </ns0:nvSpPr>
        <ns0:spPr>
          <ns1:xfrm flipV="1">
            <ns1:off x="2302745" y="613392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49" name="Shape 247"/>
          <ns0:cNvSpPr/>
          <ns0:nvPr/>
        </ns0:nvSpPr>
        <ns0:spPr>
          <ns1:xfrm flipV="1">
            <ns1:off x="2302745" y="649968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0" name="Shape 248"/>
          <ns0:cNvSpPr/>
          <ns0:nvPr/>
        </ns0:nvSpPr>
        <ns0:spPr>
          <ns1:xfrm flipV="1">
            <ns1:off x="2302745" y="686544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1" name="Shape 249"/>
          <ns0:cNvSpPr/>
          <ns0:nvPr/>
        </ns0:nvSpPr>
        <ns0:spPr>
          <ns1:xfrm flipV="1">
            <ns1:off x="2302745" y="723120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2" name="Shape 250"/>
          <ns0:cNvSpPr/>
          <ns0:nvPr/>
        </ns0:nvSpPr>
        <ns0:spPr>
          <ns1:xfrm flipV="1">
            <ns1:off x="2302745" y="759696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3" name="Shape 251"/>
          <ns0:cNvSpPr/>
          <ns0:nvPr/>
        </ns0:nvSpPr>
        <ns0:spPr>
          <ns1:xfrm flipV="1">
            <ns1:off x="2323377" y="796272"/>
            <ns1:ext cx="35832" cy="35832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4" name="Shape 252"/>
          <ns0:cNvSpPr/>
          <ns0:nvPr/>
        </ns0:nvSpPr>
        <ns0:spPr>
          <ns1:xfrm>
            <ns1:off x="2302745" y="578416"/>
            <ns1:ext cx="56464" cy="253688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255" name="Shape 253"/>
          <ns0:cNvSpPr/>
          <ns0:nvPr/>
        </ns0:nvSpPr>
        <ns0:spPr>
          <ns1:xfrm flipV="1">
            <ns1:off x="2330977" y="575207"/>
            <ns1:ext cx="0" cy="6417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56" name="Shape 254"/>
          <ns0:cNvSpPr/>
          <ns0:nvPr/>
        </ns0:nvSpPr>
        <ns0:spPr>
          <ns1:xfrm>
            <ns1:off x="2318175" y="581624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57" name="Shape 255"/>
          <ns0:cNvSpPr/>
          <ns0:nvPr/>
        </ns0:nvSpPr>
        <ns0:spPr>
          <ns1:xfrm>
            <ns1:off x="2318175" y="575207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58" name="Shape 256"/>
          <ns0:cNvSpPr/>
          <ns0:nvPr/>
        </ns0:nvSpPr>
        <ns0:spPr>
          <ns1:xfrm>
            <ns1:off x="2363667" y="577670"/>
            <ns1:ext cx="56464" cy="254434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259" name="Shape 257"/>
          <ns0:cNvSpPr/>
          <ns0:nvPr/>
        </ns0:nvSpPr>
        <ns0:spPr>
          <ns1:xfrm>
            <ns1:off x="2363667" y="813816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60" name="Shape 258"/>
          <ns0:cNvSpPr/>
          <ns0:nvPr/>
        </ns0:nvSpPr>
        <ns0:spPr>
          <ns1:xfrm>
            <ns1:off x="2363667" y="777240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61" name="Shape 259"/>
          <ns0:cNvSpPr/>
          <ns0:nvPr/>
        </ns0:nvSpPr>
        <ns0:spPr>
          <ns1:xfrm>
            <ns1:off x="2363667" y="74066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62" name="Shape 260"/>
          <ns0:cNvSpPr/>
          <ns0:nvPr/>
        </ns0:nvSpPr>
        <ns0:spPr>
          <ns1:xfrm>
            <ns1:off x="2363667" y="70408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63" name="Shape 261"/>
          <ns0:cNvSpPr/>
          <ns0:nvPr/>
        </ns0:nvSpPr>
        <ns0:spPr>
          <ns1:xfrm>
            <ns1:off x="2363667" y="667512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64" name="Shape 262"/>
          <ns0:cNvSpPr/>
          <ns0:nvPr/>
        </ns0:nvSpPr>
        <ns0:spPr>
          <ns1:xfrm>
            <ns1:off x="2363667" y="630936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65" name="Shape 263"/>
          <ns0:cNvSpPr/>
          <ns0:nvPr/>
        </ns0:nvSpPr>
        <ns0:spPr>
          <ns1:xfrm>
            <ns1:off x="2363667" y="594360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66" name="Shape 264"/>
          <ns0:cNvSpPr/>
          <ns0:nvPr/>
        </ns0:nvSpPr>
        <ns0:spPr>
          <ns1:xfrm>
            <ns1:off x="2383552" y="577670"/>
            <ns1:ext cx="36579" cy="36579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67" name="Shape 265"/>
          <ns0:cNvSpPr/>
          <ns0:nvPr/>
        </ns0:nvSpPr>
        <ns0:spPr>
          <ns1:xfrm>
            <ns1:off x="2363667" y="577670"/>
            <ns1:ext cx="56464" cy="254434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68" name="Shape 266"/>
          <ns0:cNvSpPr/>
          <ns0:nvPr/>
        </ns0:nvSpPr>
        <ns0:spPr>
          <ns1:xfrm flipV="1">
            <ns1:off x="2391899" y="572463"/>
            <ns1:ext cx="0" cy="10412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69" name="Shape 267"/>
          <ns0:cNvSpPr/>
          <ns0:nvPr/>
        </ns0:nvSpPr>
        <ns0:spPr>
          <ns1:xfrm>
            <ns1:off x="2379097" y="582876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70" name="Shape 268"/>
          <ns0:cNvSpPr/>
          <ns0:nvPr/>
        </ns0:nvSpPr>
        <ns0:spPr>
          <ns1:xfrm>
            <ns1:off x="2379097" y="572463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71" name="Shape 269"/>
          <ns0:cNvSpPr/>
          <ns0:nvPr/>
        </ns0:nvSpPr>
        <ns0:spPr>
          <ns1:xfrm>
            <ns1:off x="2424589" y="477171"/>
            <ns1:ext cx="56464" cy="354933"/>
          </ns1:xfrm>
          <ns1:prstGeom prst="rect">
            <ns1:avLst/>
          </ns1:prstGeom>
          <ns1:solidFill>
            <ns1:srgbClr val="8064A2"/>
          </ns1:solidFill>
          <ns1:ln/>
        </ns0:spPr>
      </ns0:sp>
      <ns0:sp>
        <ns0:nvSpPr>
          <ns0:cNvPr id="272" name="Shape 270"/>
          <ns0:cNvSpPr/>
          <ns0:nvPr/>
        </ns0:nvSpPr>
        <ns0:spPr>
          <ns1:xfrm>
            <ns1:off x="2424589" y="477171"/>
            <ns1:ext cx="56464" cy="354933"/>
          </ns1:xfrm>
          <ns1:prstGeom prst="rect">
            <ns1:avLst/>
          </ns1:prstGeom>
          <ns1:ln w="7620">
            <ns1:solidFill>
              <ns1:srgbClr val="5F4B8B"/>
            </ns1:solidFill>
            <ns1:prstDash val="solid"/>
          </ns1:ln>
        </ns0:spPr>
      </ns0:sp>
      <ns0:sp>
        <ns0:nvSpPr>
          <ns0:cNvPr id="273" name="Shape 271"/>
          <ns0:cNvSpPr/>
          <ns0:nvPr/>
        </ns0:nvSpPr>
        <ns0:spPr>
          <ns1:xfrm flipV="1">
            <ns1:off x="2452821" y="463852"/>
            <ns1:ext cx="0" cy="26639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74" name="Shape 272"/>
          <ns0:cNvSpPr/>
          <ns0:nvPr/>
        </ns0:nvSpPr>
        <ns0:spPr>
          <ns1:xfrm>
            <ns1:off x="2440019" y="490490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75" name="Shape 273"/>
          <ns0:cNvSpPr/>
          <ns0:nvPr/>
        </ns0:nvSpPr>
        <ns0:spPr>
          <ns1:xfrm>
            <ns1:off x="2440019" y="463852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76" name="Shape 274"/>
          <ns0:cNvSpPr/>
          <ns0:nvPr/>
        </ns0:nvSpPr>
        <ns0:spPr>
          <ns1:xfrm>
            <ns1:off x="2539003" y="372828"/>
            <ns1:ext cx="56464" cy="459276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277" name="Shape 275"/>
          <ns0:cNvSpPr/>
          <ns0:nvPr/>
        </ns0:nvSpPr>
        <ns0:spPr>
          <ns1:xfrm>
            <ns1:off x="2539003" y="372828"/>
            <ns1:ext cx="56464" cy="459276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278" name="Shape 276"/>
          <ns0:cNvSpPr/>
          <ns0:nvPr/>
        </ns0:nvSpPr>
        <ns0:spPr>
          <ns1:xfrm flipV="1">
            <ns1:off x="2567235" y="369589"/>
            <ns1:ext cx="0" cy="6478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79" name="Shape 277"/>
          <ns0:cNvSpPr/>
          <ns0:nvPr/>
        </ns0:nvSpPr>
        <ns0:spPr>
          <ns1:xfrm>
            <ns1:off x="2554434" y="376067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80" name="Shape 278"/>
          <ns0:cNvSpPr/>
          <ns0:nvPr/>
        </ns0:nvSpPr>
        <ns0:spPr>
          <ns1:xfrm>
            <ns1:off x="2554434" y="369589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81" name="Shape 279"/>
          <ns0:cNvSpPr/>
          <ns0:nvPr/>
        </ns0:nvSpPr>
        <ns0:spPr>
          <ns1:xfrm>
            <ns1:off x="2599925" y="375419"/>
            <ns1:ext cx="56464" cy="456685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282" name="Shape 280"/>
          <ns0:cNvSpPr/>
          <ns0:nvPr/>
        </ns0:nvSpPr>
        <ns0:spPr>
          <ns1:xfrm flipV="1">
            <ns1:off x="2599925" y="375419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83" name="Shape 281"/>
          <ns0:cNvSpPr/>
          <ns0:nvPr/>
        </ns0:nvSpPr>
        <ns0:spPr>
          <ns1:xfrm flipV="1">
            <ns1:off x="2599925" y="375419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84" name="Shape 282"/>
          <ns0:cNvSpPr/>
          <ns0:nvPr/>
        </ns0:nvSpPr>
        <ns0:spPr>
          <ns1:xfrm flipV="1">
            <ns1:off x="2599925" y="410395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85" name="Shape 283"/>
          <ns0:cNvSpPr/>
          <ns0:nvPr/>
        </ns0:nvSpPr>
        <ns0:spPr>
          <ns1:xfrm flipV="1">
            <ns1:off x="2599925" y="446971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86" name="Shape 284"/>
          <ns0:cNvSpPr/>
          <ns0:nvPr/>
        </ns0:nvSpPr>
        <ns0:spPr>
          <ns1:xfrm flipV="1">
            <ns1:off x="2599925" y="483547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87" name="Shape 285"/>
          <ns0:cNvSpPr/>
          <ns0:nvPr/>
        </ns0:nvSpPr>
        <ns0:spPr>
          <ns1:xfrm flipV="1">
            <ns1:off x="2599925" y="520123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88" name="Shape 286"/>
          <ns0:cNvSpPr/>
          <ns0:nvPr/>
        </ns0:nvSpPr>
        <ns0:spPr>
          <ns1:xfrm flipV="1">
            <ns1:off x="2599925" y="556699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89" name="Shape 287"/>
          <ns0:cNvSpPr/>
          <ns0:nvPr/>
        </ns0:nvSpPr>
        <ns0:spPr>
          <ns1:xfrm flipV="1">
            <ns1:off x="2599925" y="593275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0" name="Shape 288"/>
          <ns0:cNvSpPr/>
          <ns0:nvPr/>
        </ns0:nvSpPr>
        <ns0:spPr>
          <ns1:xfrm flipV="1">
            <ns1:off x="2599925" y="629851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1" name="Shape 289"/>
          <ns0:cNvSpPr/>
          <ns0:nvPr/>
        </ns0:nvSpPr>
        <ns0:spPr>
          <ns1:xfrm flipV="1">
            <ns1:off x="2599925" y="666427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2" name="Shape 290"/>
          <ns0:cNvSpPr/>
          <ns0:nvPr/>
        </ns0:nvSpPr>
        <ns0:spPr>
          <ns1:xfrm flipV="1">
            <ns1:off x="2599925" y="703003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3" name="Shape 291"/>
          <ns0:cNvSpPr/>
          <ns0:nvPr/>
        </ns0:nvSpPr>
        <ns0:spPr>
          <ns1:xfrm flipV="1">
            <ns1:off x="2599925" y="739579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4" name="Shape 292"/>
          <ns0:cNvSpPr/>
          <ns0:nvPr/>
        </ns0:nvSpPr>
        <ns0:spPr>
          <ns1:xfrm flipV="1">
            <ns1:off x="2600440" y="776155"/>
            <ns1:ext cx="55949" cy="55949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5" name="Shape 293"/>
          <ns0:cNvSpPr/>
          <ns0:nvPr/>
        </ns0:nvSpPr>
        <ns0:spPr>
          <ns1:xfrm flipV="1">
            <ns1:off x="2637016" y="812731"/>
            <ns1:ext cx="19373" cy="19373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6" name="Shape 294"/>
          <ns0:cNvSpPr/>
          <ns0:nvPr/>
        </ns0:nvSpPr>
        <ns0:spPr>
          <ns1:xfrm>
            <ns1:off x="2599925" y="375419"/>
            <ns1:ext cx="56464" cy="456685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297" name="Shape 295"/>
          <ns0:cNvSpPr/>
          <ns0:nvPr/>
        </ns0:nvSpPr>
        <ns0:spPr>
          <ns1:xfrm flipV="1">
            <ns1:off x="2628157" y="372184"/>
            <ns1:ext cx="0" cy="6471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98" name="Shape 296"/>
          <ns0:cNvSpPr/>
          <ns0:nvPr/>
        </ns0:nvSpPr>
        <ns0:spPr>
          <ns1:xfrm>
            <ns1:off x="2615355" y="378655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299" name="Shape 297"/>
          <ns0:cNvSpPr/>
          <ns0:nvPr/>
        </ns0:nvSpPr>
        <ns0:spPr>
          <ns1:xfrm>
            <ns1:off x="2615355" y="372184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00" name="Shape 298"/>
          <ns0:cNvSpPr/>
          <ns0:nvPr/>
        </ns0:nvSpPr>
        <ns0:spPr>
          <ns1:xfrm>
            <ns1:off x="2660847" y="481895"/>
            <ns1:ext cx="56464" cy="350209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301" name="Shape 299"/>
          <ns0:cNvSpPr/>
          <ns0:nvPr/>
        </ns0:nvSpPr>
        <ns0:spPr>
          <ns1:xfrm>
            <ns1:off x="2660847" y="813816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02" name="Shape 300"/>
          <ns0:cNvSpPr/>
          <ns0:nvPr/>
        </ns0:nvSpPr>
        <ns0:spPr>
          <ns1:xfrm>
            <ns1:off x="2660847" y="777240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03" name="Shape 301"/>
          <ns0:cNvSpPr/>
          <ns0:nvPr/>
        </ns0:nvSpPr>
        <ns0:spPr>
          <ns1:xfrm>
            <ns1:off x="2660847" y="74066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04" name="Shape 302"/>
          <ns0:cNvSpPr/>
          <ns0:nvPr/>
        </ns0:nvSpPr>
        <ns0:spPr>
          <ns1:xfrm>
            <ns1:off x="2660847" y="70408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05" name="Shape 303"/>
          <ns0:cNvSpPr/>
          <ns0:nvPr/>
        </ns0:nvSpPr>
        <ns0:spPr>
          <ns1:xfrm>
            <ns1:off x="2660847" y="667512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06" name="Shape 304"/>
          <ns0:cNvSpPr/>
          <ns0:nvPr/>
        </ns0:nvSpPr>
        <ns0:spPr>
          <ns1:xfrm>
            <ns1:off x="2660847" y="630936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07" name="Shape 305"/>
          <ns0:cNvSpPr/>
          <ns0:nvPr/>
        </ns0:nvSpPr>
        <ns0:spPr>
          <ns1:xfrm>
            <ns1:off x="2660847" y="594360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08" name="Shape 306"/>
          <ns0:cNvSpPr/>
          <ns0:nvPr/>
        </ns0:nvSpPr>
        <ns0:spPr>
          <ns1:xfrm>
            <ns1:off x="2660847" y="55778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09" name="Shape 307"/>
          <ns0:cNvSpPr/>
          <ns0:nvPr/>
        </ns0:nvSpPr>
        <ns0:spPr>
          <ns1:xfrm>
            <ns1:off x="2660847" y="52120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0" name="Shape 308"/>
          <ns0:cNvSpPr/>
          <ns0:nvPr/>
        </ns0:nvSpPr>
        <ns0:spPr>
          <ns1:xfrm>
            <ns1:off x="2660847" y="484632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1" name="Shape 309"/>
          <ns0:cNvSpPr/>
          <ns0:nvPr/>
        </ns0:nvSpPr>
        <ns0:spPr>
          <ns1:xfrm>
            <ns1:off x="2694686" y="481895"/>
            <ns1:ext cx="22626" cy="22626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2" name="Shape 310"/>
          <ns0:cNvSpPr/>
          <ns0:nvPr/>
        </ns0:nvSpPr>
        <ns0:spPr>
          <ns1:xfrm>
            <ns1:off x="2660847" y="481895"/>
            <ns1:ext cx="56464" cy="350209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13" name="Shape 311"/>
          <ns0:cNvSpPr/>
          <ns0:nvPr/>
        </ns0:nvSpPr>
        <ns0:spPr>
          <ns1:xfrm flipV="1">
            <ns1:off x="2689079" y="480002"/>
            <ns1:ext cx="0" cy="3785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14" name="Shape 312"/>
          <ns0:cNvSpPr/>
          <ns0:nvPr/>
        </ns0:nvSpPr>
        <ns0:spPr>
          <ns1:xfrm>
            <ns1:off x="2676277" y="483787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15" name="Shape 313"/>
          <ns0:cNvSpPr/>
          <ns0:nvPr/>
        </ns0:nvSpPr>
        <ns0:spPr>
          <ns1:xfrm>
            <ns1:off x="2676277" y="480002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16" name="Shape 314"/>
          <ns0:cNvSpPr/>
          <ns0:nvPr/>
        </ns0:nvSpPr>
        <ns0:spPr>
          <ns1:xfrm>
            <ns1:off x="2721769" y="327177"/>
            <ns1:ext cx="56464" cy="504927"/>
          </ns1:xfrm>
          <ns1:prstGeom prst="rect">
            <ns1:avLst/>
          </ns1:prstGeom>
          <ns1:solidFill>
            <ns1:srgbClr val="8064A2"/>
          </ns1:solidFill>
          <ns1:ln/>
        </ns0:spPr>
      </ns0:sp>
      <ns0:sp>
        <ns0:nvSpPr>
          <ns0:cNvPr id="317" name="Shape 315"/>
          <ns0:cNvSpPr/>
          <ns0:nvPr/>
        </ns0:nvSpPr>
        <ns0:spPr>
          <ns1:xfrm>
            <ns1:off x="2721769" y="327177"/>
            <ns1:ext cx="56464" cy="504927"/>
          </ns1:xfrm>
          <ns1:prstGeom prst="rect">
            <ns1:avLst/>
          </ns1:prstGeom>
          <ns1:ln w="7620">
            <ns1:solidFill>
              <ns1:srgbClr val="5F4B8B"/>
            </ns1:solidFill>
            <ns1:prstDash val="solid"/>
          </ns1:ln>
        </ns0:spPr>
      </ns0:sp>
      <ns0:sp>
        <ns0:nvSpPr>
          <ns0:cNvPr id="318" name="Shape 316"/>
          <ns0:cNvSpPr/>
          <ns0:nvPr/>
        </ns0:nvSpPr>
        <ns0:spPr>
          <ns1:xfrm flipV="1">
            <ns1:off x="2750001" y="321859"/>
            <ns1:ext cx="0" cy="10637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19" name="Shape 317"/>
          <ns0:cNvSpPr/>
          <ns0:nvPr/>
        </ns0:nvSpPr>
        <ns0:spPr>
          <ns1:xfrm>
            <ns1:off x="2737199" y="332495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20" name="Shape 318"/>
          <ns0:cNvSpPr/>
          <ns0:nvPr/>
        </ns0:nvSpPr>
        <ns0:spPr>
          <ns1:xfrm>
            <ns1:off x="2737199" y="321859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21" name="Shape 319"/>
          <ns0:cNvSpPr/>
          <ns0:nvPr/>
        </ns0:nvSpPr>
        <ns0:spPr>
          <ns1:xfrm>
            <ns1:off x="2836183" y="574057"/>
            <ns1:ext cx="56464" cy="258047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322" name="Shape 320"/>
          <ns0:cNvSpPr/>
          <ns0:nvPr/>
        </ns0:nvSpPr>
        <ns0:spPr>
          <ns1:xfrm>
            <ns1:off x="2836183" y="574057"/>
            <ns1:ext cx="56464" cy="258047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323" name="Shape 321"/>
          <ns0:cNvSpPr/>
          <ns0:nvPr/>
        </ns0:nvSpPr>
        <ns0:spPr>
          <ns1:xfrm flipV="1">
            <ns1:off x="2864415" y="570329"/>
            <ns1:ext cx="0" cy="7456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24" name="Shape 322"/>
          <ns0:cNvSpPr/>
          <ns0:nvPr/>
        </ns0:nvSpPr>
        <ns0:spPr>
          <ns1:xfrm>
            <ns1:off x="2851614" y="577785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25" name="Shape 323"/>
          <ns0:cNvSpPr/>
          <ns0:nvPr/>
        </ns0:nvSpPr>
        <ns0:spPr>
          <ns1:xfrm>
            <ns1:off x="2851614" y="570329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26" name="Shape 324"/>
          <ns0:cNvSpPr/>
          <ns0:nvPr/>
        </ns0:nvSpPr>
        <ns0:spPr>
          <ns1:xfrm>
            <ns1:off x="2897105" y="570516"/>
            <ns1:ext cx="56464" cy="261588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327" name="Shape 325"/>
          <ns0:cNvSpPr/>
          <ns0:nvPr/>
        </ns0:nvSpPr>
        <ns0:spPr>
          <ns1:xfrm flipV="1">
            <ns1:off x="2897105" y="570516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28" name="Shape 326"/>
          <ns0:cNvSpPr/>
          <ns0:nvPr/>
        </ns0:nvSpPr>
        <ns0:spPr>
          <ns1:xfrm flipV="1">
            <ns1:off x="2897105" y="570516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29" name="Shape 327"/>
          <ns0:cNvSpPr/>
          <ns0:nvPr/>
        </ns0:nvSpPr>
        <ns0:spPr>
          <ns1:xfrm flipV="1">
            <ns1:off x="2897105" y="605492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30" name="Shape 328"/>
          <ns0:cNvSpPr/>
          <ns0:nvPr/>
        </ns0:nvSpPr>
        <ns0:spPr>
          <ns1:xfrm flipV="1">
            <ns1:off x="2897105" y="642068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31" name="Shape 329"/>
          <ns0:cNvSpPr/>
          <ns0:nvPr/>
        </ns0:nvSpPr>
        <ns0:spPr>
          <ns1:xfrm flipV="1">
            <ns1:off x="2897105" y="678644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32" name="Shape 330"/>
          <ns0:cNvSpPr/>
          <ns0:nvPr/>
        </ns0:nvSpPr>
        <ns0:spPr>
          <ns1:xfrm flipV="1">
            <ns1:off x="2897105" y="715220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33" name="Shape 331"/>
          <ns0:cNvSpPr/>
          <ns0:nvPr/>
        </ns0:nvSpPr>
        <ns0:spPr>
          <ns1:xfrm flipV="1">
            <ns1:off x="2897105" y="751796"/>
            <ns1:ext cx="56464" cy="564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34" name="Shape 332"/>
          <ns0:cNvSpPr/>
          <ns0:nvPr/>
        </ns0:nvSpPr>
        <ns0:spPr>
          <ns1:xfrm flipV="1">
            <ns1:off x="2909837" y="788372"/>
            <ns1:ext cx="43732" cy="43732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35" name="Shape 333"/>
          <ns0:cNvSpPr/>
          <ns0:nvPr/>
        </ns0:nvSpPr>
        <ns0:spPr>
          <ns1:xfrm flipV="1">
            <ns1:off x="2946413" y="824948"/>
            <ns1:ext cx="7156" cy="7156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36" name="Shape 334"/>
          <ns0:cNvSpPr/>
          <ns0:nvPr/>
        </ns0:nvSpPr>
        <ns0:spPr>
          <ns1:xfrm>
            <ns1:off x="2897105" y="570516"/>
            <ns1:ext cx="56464" cy="261588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337" name="Shape 335"/>
          <ns0:cNvSpPr/>
          <ns0:nvPr/>
        </ns0:nvSpPr>
        <ns0:spPr>
          <ns1:xfrm flipV="1">
            <ns1:off x="2925337" y="567763"/>
            <ns1:ext cx="0" cy="5505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38" name="Shape 336"/>
          <ns0:cNvSpPr/>
          <ns0:nvPr/>
        </ns0:nvSpPr>
        <ns0:spPr>
          <ns1:xfrm>
            <ns1:off x="2912535" y="573269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39" name="Shape 337"/>
          <ns0:cNvSpPr/>
          <ns0:nvPr/>
        </ns0:nvSpPr>
        <ns0:spPr>
          <ns1:xfrm>
            <ns1:off x="2912535" y="567763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40" name="Shape 338"/>
          <ns0:cNvSpPr/>
          <ns0:nvPr/>
        </ns0:nvSpPr>
        <ns0:spPr>
          <ns1:xfrm>
            <ns1:off x="2958027" y="567781"/>
            <ns1:ext cx="56464" cy="264323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341" name="Shape 339"/>
          <ns0:cNvSpPr/>
          <ns0:nvPr/>
        </ns0:nvSpPr>
        <ns0:spPr>
          <ns1:xfrm>
            <ns1:off x="2958027" y="813816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42" name="Shape 340"/>
          <ns0:cNvSpPr/>
          <ns0:nvPr/>
        </ns0:nvSpPr>
        <ns0:spPr>
          <ns1:xfrm>
            <ns1:off x="2958027" y="777240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43" name="Shape 341"/>
          <ns0:cNvSpPr/>
          <ns0:nvPr/>
        </ns0:nvSpPr>
        <ns0:spPr>
          <ns1:xfrm>
            <ns1:off x="2958027" y="740664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44" name="Shape 342"/>
          <ns0:cNvSpPr/>
          <ns0:nvPr/>
        </ns0:nvSpPr>
        <ns0:spPr>
          <ns1:xfrm>
            <ns1:off x="2958027" y="704088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45" name="Shape 343"/>
          <ns0:cNvSpPr/>
          <ns0:nvPr/>
        </ns0:nvSpPr>
        <ns0:spPr>
          <ns1:xfrm>
            <ns1:off x="2958027" y="667512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46" name="Shape 344"/>
          <ns0:cNvSpPr/>
          <ns0:nvPr/>
        </ns0:nvSpPr>
        <ns0:spPr>
          <ns1:xfrm>
            <ns1:off x="2958027" y="630936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47" name="Shape 345"/>
          <ns0:cNvSpPr/>
          <ns0:nvPr/>
        </ns0:nvSpPr>
        <ns0:spPr>
          <ns1:xfrm>
            <ns1:off x="2958027" y="594360"/>
            <ns1:ext cx="56464" cy="564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48" name="Shape 346"/>
          <ns0:cNvSpPr/>
          <ns0:nvPr/>
        </ns0:nvSpPr>
        <ns0:spPr>
          <ns1:xfrm>
            <ns1:off x="2968024" y="567781"/>
            <ns1:ext cx="46467" cy="46467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49" name="Shape 347"/>
          <ns0:cNvSpPr/>
          <ns0:nvPr/>
        </ns0:nvSpPr>
        <ns0:spPr>
          <ns1:xfrm>
            <ns1:off x="3004600" y="567781"/>
            <ns1:ext cx="9891" cy="989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50" name="Shape 348"/>
          <ns0:cNvSpPr/>
          <ns0:nvPr/>
        </ns0:nvSpPr>
        <ns0:spPr>
          <ns1:xfrm>
            <ns1:off x="2958027" y="567781"/>
            <ns1:ext cx="56464" cy="264323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51" name="Shape 349"/>
          <ns0:cNvSpPr/>
          <ns0:nvPr/>
        </ns0:nvSpPr>
        <ns0:spPr>
          <ns1:xfrm flipV="1">
            <ns1:off x="2986259" y="564556"/>
            <ns1:ext cx="0" cy="645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52" name="Shape 350"/>
          <ns0:cNvSpPr/>
          <ns0:nvPr/>
        </ns0:nvSpPr>
        <ns0:spPr>
          <ns1:xfrm>
            <ns1:off x="2973457" y="571006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53" name="Shape 351"/>
          <ns0:cNvSpPr/>
          <ns0:nvPr/>
        </ns0:nvSpPr>
        <ns0:spPr>
          <ns1:xfrm>
            <ns1:off x="2973457" y="564556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54" name="Shape 352"/>
          <ns0:cNvSpPr/>
          <ns0:nvPr/>
        </ns0:nvSpPr>
        <ns0:spPr>
          <ns1:xfrm>
            <ns1:off x="3018949" y="450481"/>
            <ns1:ext cx="56464" cy="381623"/>
          </ns1:xfrm>
          <ns1:prstGeom prst="rect">
            <ns1:avLst/>
          </ns1:prstGeom>
          <ns1:solidFill>
            <ns1:srgbClr val="8064A2"/>
          </ns1:solidFill>
          <ns1:ln/>
        </ns0:spPr>
      </ns0:sp>
      <ns0:sp>
        <ns0:nvSpPr>
          <ns0:cNvPr id="355" name="Shape 353"/>
          <ns0:cNvSpPr/>
          <ns0:nvPr/>
        </ns0:nvSpPr>
        <ns0:spPr>
          <ns1:xfrm>
            <ns1:off x="3018949" y="450481"/>
            <ns1:ext cx="56464" cy="381623"/>
          </ns1:xfrm>
          <ns1:prstGeom prst="rect">
            <ns1:avLst/>
          </ns1:prstGeom>
          <ns1:ln w="7620">
            <ns1:solidFill>
              <ns1:srgbClr val="5F4B8B"/>
            </ns1:solidFill>
            <ns1:prstDash val="solid"/>
          </ns1:ln>
        </ns0:spPr>
      </ns0:sp>
      <ns0:sp>
        <ns0:nvSpPr>
          <ns0:cNvPr id="356" name="Shape 354"/>
          <ns0:cNvSpPr/>
          <ns0:nvPr/>
        </ns0:nvSpPr>
        <ns0:spPr>
          <ns1:xfrm flipV="1">
            <ns1:off x="3047181" y="443831"/>
            <ns1:ext cx="0" cy="1330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57" name="Shape 355"/>
          <ns0:cNvSpPr/>
          <ns0:nvPr/>
        </ns0:nvSpPr>
        <ns0:spPr>
          <ns1:xfrm>
            <ns1:off x="3034379" y="457131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58" name="Shape 356"/>
          <ns0:cNvSpPr/>
          <ns0:nvPr/>
        </ns0:nvSpPr>
        <ns0:spPr>
          <ns1:xfrm>
            <ns1:off x="3034379" y="443831"/>
            <ns1:ext cx="25603" cy="0"/>
          </ns1:xfrm>
          <ns1:prstGeom prst="line">
            <ns1:avLst/>
          </ns1:prstGeom>
          <ns1:noFill/>
          <ns1:ln w="6350">
            <ns1:solidFill>
              <ns1:srgbClr val="000000"/>
            </ns1:solidFill>
            <ns1:prstDash val="solid"/>
          </ns1:ln>
        </ns0:spPr>
      </ns0:sp>
      <ns0:sp>
        <ns0:nvSpPr>
          <ns0:cNvPr id="359" name="Text 357"/>
          <ns0:cNvSpPr txBox="1"/>
          <ns0:nvPr/>
        </ns0:nvSpPr>
        <ns0:spPr>
          <ns1:xfrm>
            <ns1:off x="1930527" y="238963"/>
            <ns1:ext cx="45720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deadline</ns1:t>
            </ns1:r>
            <ns1:endParaRPr lang="en-US" sz="630" dirty="0"/>
          </ns1:p>
        </ns0:txBody>
      </ns0:sp>
      <ns0:sp>
        <ns0:nvSpPr>
          <ns0:cNvPr id="360" name="Shape 358"/>
          <ns0:cNvSpPr/>
          <ns0:nvPr/>
        </ns0:nvSpPr>
        <ns0:spPr>
          <ns1:xfrm>
            <ns1:off x="1915668" y="246888"/>
            <ns1:ext cx="1188720" cy="585216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61" name="Shape 359"/>
          <ns0:cNvSpPr/>
          <ns0:nvPr/>
        </ns0:nvSpPr>
        <ns0:spPr>
          <ns1:xfrm>
            <ns1:off x="1888236" y="832104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62" name="Text 360"/>
          <ns0:cNvSpPr txBox="1"/>
          <ns0:nvPr/>
        </ns0:nvSpPr>
        <ns0:spPr>
          <ns1:xfrm>
            <ns1:off x="1504188" y="777240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</ns1:t>
            </ns1:r>
            <ns1:endParaRPr lang="en-US" sz="700" dirty="0"/>
          </ns1:p>
        </ns0:txBody>
      </ns0:sp>
      <ns0:sp>
        <ns0:nvSpPr>
          <ns0:cNvPr id="363" name="Shape 361"/>
          <ns0:cNvSpPr/>
          <ns0:nvPr/>
        </ns0:nvSpPr>
        <ns0:spPr>
          <ns1:xfrm>
            <ns1:off x="1888236" y="685800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64" name="Text 362"/>
          <ns0:cNvSpPr txBox="1"/>
          <ns0:nvPr/>
        </ns0:nvSpPr>
        <ns0:spPr>
          <ns1:xfrm>
            <ns1:off x="1504188" y="630936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30</ns1:t>
            </ns1:r>
            <ns1:endParaRPr lang="en-US" sz="700" dirty="0"/>
          </ns1:p>
        </ns0:txBody>
      </ns0:sp>
      <ns0:sp>
        <ns0:nvSpPr>
          <ns0:cNvPr id="365" name="Shape 363"/>
          <ns0:cNvSpPr/>
          <ns0:nvPr/>
        </ns0:nvSpPr>
        <ns0:spPr>
          <ns1:xfrm>
            <ns1:off x="1888236" y="539496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66" name="Text 364"/>
          <ns0:cNvSpPr txBox="1"/>
          <ns0:nvPr/>
        </ns0:nvSpPr>
        <ns0:spPr>
          <ns1:xfrm>
            <ns1:off x="1504188" y="484632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60</ns1:t>
            </ns1:r>
            <ns1:endParaRPr lang="en-US" sz="700" dirty="0"/>
          </ns1:p>
        </ns0:txBody>
      </ns0:sp>
      <ns0:sp>
        <ns0:nvSpPr>
          <ns0:cNvPr id="367" name="Shape 365"/>
          <ns0:cNvSpPr/>
          <ns0:nvPr/>
        </ns0:nvSpPr>
        <ns0:spPr>
          <ns1:xfrm>
            <ns1:off x="1888236" y="393192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68" name="Text 366"/>
          <ns0:cNvSpPr txBox="1"/>
          <ns0:nvPr/>
        </ns0:nvSpPr>
        <ns0:spPr>
          <ns1:xfrm>
            <ns1:off x="1504188" y="338328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90</ns1:t>
            </ns1:r>
            <ns1:endParaRPr lang="en-US" sz="700" dirty="0"/>
          </ns1:p>
        </ns0:txBody>
      </ns0:sp>
      <ns0:sp>
        <ns0:nvSpPr>
          <ns0:cNvPr id="369" name="Shape 367"/>
          <ns0:cNvSpPr/>
          <ns0:nvPr/>
        </ns0:nvSpPr>
        <ns0:spPr>
          <ns1:xfrm>
            <ns1:off x="1888236" y="246888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70" name="Text 368"/>
          <ns0:cNvSpPr txBox="1"/>
          <ns0:nvPr/>
        </ns0:nvSpPr>
        <ns0:spPr>
          <ns1:xfrm>
            <ns1:off x="1504188" y="192024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120</ns1:t>
            </ns1:r>
            <ns1:endParaRPr lang="en-US" sz="700" dirty="0"/>
          </ns1:p>
        </ns0:txBody>
      </ns0:sp>
      <ns0:sp>
        <ns0:nvSpPr>
          <ns0:cNvPr id="371" name="Text 369"/>
          <ns0:cNvSpPr txBox="1"/>
          <ns0:nvPr/>
        </ns0:nvSpPr>
        <ns0:spPr>
          <ns1:xfrm rot="16200000">
            <ns1:off x="1101852" y="579615"/>
            <ns1:ext cx="1097280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99th-pct. latency (ms)</ns1:t>
            </ns1:r>
            <ns1:endParaRPr lang="en-US" sz="750" dirty="0"/>
          </ns1:p>
        </ns0:txBody>
      </ns0:sp>
      <ns0:sp>
        <ns0:nvSpPr>
          <ns0:cNvPr id="372" name="Text 370"/>
          <ns0:cNvSpPr txBox="1"/>
          <ns0:nvPr/>
        </ns0:nvSpPr>
        <ns0:spPr>
          <ns1:xfrm>
            <ns1:off x="1881378" y="850392"/>
            <ns1:ext cx="36576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identical</ns1:t>
            </ns1:r>
            <ns1:endParaRPr lang="en-US" sz="700" dirty="0"/>
          </ns1:p>
        </ns0:txBody>
      </ns0:sp>
      <ns0:sp>
        <ns0:nvSpPr>
          <ns0:cNvPr id="373" name="Text 371"/>
          <ns0:cNvSpPr txBox="1"/>
          <ns0:nvPr/>
        </ns0:nvSpPr>
        <ns0:spPr>
          <ns1:xfrm>
            <ns1:off x="2178558" y="850392"/>
            <ns1:ext cx="36576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mixed</ns1:t>
            </ns1:r>
            <ns1:endParaRPr lang="en-US" sz="700" dirty="0"/>
          </ns1:p>
        </ns0:txBody>
      </ns0:sp>
      <ns0:sp>
        <ns0:nvSpPr>
          <ns0:cNvPr id="374" name="Text 372"/>
          <ns0:cNvSpPr txBox="1"/>
          <ns0:nvPr/>
        </ns0:nvSpPr>
        <ns0:spPr>
          <ns1:xfrm>
            <ns1:off x="2475738" y="850392"/>
            <ns1:ext cx="36576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identical</ns1:t>
            </ns1:r>
            <ns1:endParaRPr lang="en-US" sz="700" dirty="0"/>
          </ns1:p>
        </ns0:txBody>
      </ns0:sp>
      <ns0:sp>
        <ns0:nvSpPr>
          <ns0:cNvPr id="375" name="Text 373"/>
          <ns0:cNvSpPr txBox="1"/>
          <ns0:nvPr/>
        </ns0:nvSpPr>
        <ns0:spPr>
          <ns1:xfrm>
            <ns1:off x="2772918" y="850392"/>
            <ns1:ext cx="36576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mixed</ns1:t>
            </ns1:r>
            <ns1:endParaRPr lang="en-US" sz="700" dirty="0"/>
          </ns1:p>
        </ns0:txBody>
      </ns0:sp>
      <ns0:sp>
        <ns0:nvSpPr>
          <ns0:cNvPr id="376" name="Text 374"/>
          <ns0:cNvSpPr txBox="1"/>
          <ns0:nvPr/>
        </ns0:nvSpPr>
        <ns0:spPr>
          <ns1:xfrm>
            <ns1:off x="1938528" y="969264"/>
            <ns1:ext cx="54864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periodic</ns1:t>
            </ns1:r>
            <ns1:endParaRPr lang="en-US" sz="700" dirty="0"/>
          </ns1:p>
        </ns0:txBody>
      </ns0:sp>
      <ns0:sp>
        <ns0:nvSpPr>
          <ns0:cNvPr id="377" name="Shape 375"/>
          <ns0:cNvSpPr/>
          <ns0:nvPr/>
        </ns0:nvSpPr>
        <ns0:spPr>
          <ns1:xfrm>
            <ns1:off x="1945386" y="960120"/>
            <ns1:ext cx="534924" cy="0"/>
          </ns1:xfrm>
          <ns1:prstGeom prst="line">
            <ns1:avLst/>
          </ns1:prstGeom>
          <ns1:noFill/>
          <ns1:ln w="6350">
            <ns1:solidFill>
              <ns1:srgbClr val="595959"/>
            </ns1:solidFill>
            <ns1:prstDash val="solid"/>
          </ns1:ln>
        </ns0:spPr>
      </ns0:sp>
      <ns0:sp>
        <ns0:nvSpPr>
          <ns0:cNvPr id="378" name="Text 376"/>
          <ns0:cNvSpPr txBox="1"/>
          <ns0:nvPr/>
        </ns0:nvSpPr>
        <ns0:spPr>
          <ns1:xfrm>
            <ns1:off x="2532888" y="969264"/>
            <ns1:ext cx="54864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i="1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jitter</ns1:t>
            </ns1:r>
            <ns1:endParaRPr lang="en-US" sz="700" dirty="0"/>
          </ns1:p>
        </ns0:txBody>
      </ns0:sp>
      <ns0:sp>
        <ns0:nvSpPr>
          <ns0:cNvPr id="379" name="Shape 377"/>
          <ns0:cNvSpPr/>
          <ns0:nvPr/>
        </ns0:nvSpPr>
        <ns0:spPr>
          <ns1:xfrm>
            <ns1:off x="2539746" y="960120"/>
            <ns1:ext cx="534924" cy="0"/>
          </ns1:xfrm>
          <ns1:prstGeom prst="line">
            <ns1:avLst/>
          </ns1:prstGeom>
          <ns1:noFill/>
          <ns1:ln w="6350">
            <ns1:solidFill>
              <ns1:srgbClr val="595959"/>
            </ns1:solidFill>
            <ns1:prstDash val="solid"/>
          </ns1:ln>
        </ns0:spPr>
      </ns0:sp>
      <ns0:sp>
        <ns0:nvSpPr>
          <ns0:cNvPr id="380" name="Shape 378"/>
          <ns0:cNvSpPr/>
          <ns0:nvPr/>
        </ns0:nvSpPr>
        <ns0:spPr>
          <ns1:xfrm>
            <ns1:off x="2510028" y="832104"/>
            <ns1:ext cx="0" cy="237744"/>
          </ns1:xfrm>
          <ns1:prstGeom prst="line">
            <ns1:avLst/>
          </ns1:prstGeom>
          <ns1:noFill/>
          <ns1:ln w="6350">
            <ns1:solidFill>
              <ns1:srgbClr val="595959"/>
            </ns1:solidFill>
            <ns1:prstDash val="solid"/>
          </ns1:ln>
        </ns0:spPr>
      </ns0:sp>
      <ns0:sp>
        <ns0:nvSpPr>
          <ns0:cNvPr id="381" name="Text 379"/>
          <ns0:cNvSpPr txBox="1"/>
          <ns0:nvPr/>
        </ns0:nvSpPr>
        <ns0:spPr>
          <ns1:xfrm>
            <ns1:off x="1577340" y="1179576"/>
            <ns1:ext cx="1572768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(b) </ns1:t>
            </ns1:r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99th-percentile latency</ns1:t>
            </ns1:r>
            <ns1:endParaRPr lang="en-US" sz="75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fig7_mixed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2026-09-29T11:55:40Z</dcterms:created>
  <dcterms:modified xsi:type="dcterms:W3CDTF">2026-09-29T11:55:40Z</dcterms:modified>
</cp:coreProperties>
</file>