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510528" cy="1993392"/>
  <p:notesSz cx="1993392" cy="651052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45720" y="18288"/>
            <ns1:ext cx="73152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750" spc="40" kern="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OFFLINE</ns1:t>
            </ns1:r>
            <ns1:endParaRPr lang="en-US" sz="75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1005840" y="18288"/>
            <ns1:ext cx="73152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750" spc="40" kern="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ONLINE</ns1:t>
            </ns1:r>
            <ns1:endParaRPr lang="en-US" sz="75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914400" y="27432"/>
            <ns1:ext cx="0" cy="1212494"/>
          </ns1:xfrm>
          <ns1:prstGeom prst="line">
            <ns1:avLst/>
          </ns1:prstGeom>
          <ns1:noFill/>
          <ns1:ln w="12700">
            <ns1:solidFill>
              <ns1:srgbClr val="A6A6A6"/>
            </ns1:solidFill>
            <ns1:prstDash val="dash"/>
          </ns1:ln>
        </ns0:spPr>
      </ns0:sp>
      <ns0:sp>
        <ns0:nvSpPr>
          <ns0:cNvPr id="5" name="Shape 3"/>
          <ns0:cNvSpPr/>
          <ns0:nvPr/>
        </ns0:nvSpPr>
        <ns0:spPr>
          <ns1:xfrm>
            <ns1:off x="932688" y="445084"/>
            <ns1:ext cx="2468880" cy="0"/>
          </ns1:xfrm>
          <ns1:prstGeom prst="line">
            <ns1:avLst/>
          </ns1:prstGeom>
          <ns1:noFill/>
          <ns1:ln w="12700">
            <ns1:solidFill>
              <ns1:srgbClr val="A6A6A6"/>
            </ns1:solidFill>
            <ns1:prstDash val="sysDot"/>
          </ns1:ln>
        </ns0:spPr>
      </ns0:sp>
      <ns0:sp>
        <ns0:nvSpPr>
          <ns0:cNvPr id="6" name="Shape 4"/>
          <ns0:cNvSpPr/>
          <ns0:nvPr/>
        </ns0:nvSpPr>
        <ns0:spPr>
          <ns1:xfrm>
            <ns1:off x="932688" y="1174775"/>
            <ns1:ext cx="2468880" cy="0"/>
          </ns1:xfrm>
          <ns1:prstGeom prst="line">
            <ns1:avLst/>
          </ns1:prstGeom>
          <ns1:noFill/>
          <ns1:ln w="12700">
            <ns1:solidFill>
              <ns1:srgbClr val="A6A6A6"/>
            </ns1:solidFill>
            <ns1:prstDash val="sysDot"/>
          </ns1:ln>
        </ns0:spPr>
      </ns0:sp>
      <ns0:sp>
        <ns0:nvSpPr>
          <ns0:cNvPr id="7" name="Shape 5"/>
          <ns0:cNvSpPr/>
          <ns0:nvPr/>
        </ns0:nvSpPr>
        <ns0:spPr>
          <ns1:xfrm>
            <ns1:off x="274320" y="197510"/>
            <ns1:ext cx="512064" cy="234544"/>
          </ns1:xfrm>
          <ns1:prstGeom prst="roundRect">
            <ns1:avLst>
              <ns1:gd name="adj" fmla="val 13645"/>
            </ns1:avLst>
          </ns1:prstGeom>
          <ns1:solidFill>
            <ns1:srgbClr val="F8CBAD"/>
          </ns1:solidFill>
          <ns1:ln w="9525">
            <ns1:solidFill>
              <ns1:srgbClr val="C55A11"/>
            </ns1:solidFill>
            <ns1:prstDash val="solid"/>
          </ns1:ln>
        </ns0:spPr>
      </ns0:sp>
      <ns0:sp>
        <ns0:nvSpPr>
          <ns0:cNvPr id="8" name="Shape 6"/>
          <ns0:cNvSpPr/>
          <ns0:nvPr/>
        </ns0:nvSpPr>
        <ns0:spPr>
          <ns1:xfrm>
            <ns1:off x="228600" y="240944"/>
            <ns1:ext cx="512064" cy="234544"/>
          </ns1:xfrm>
          <ns1:prstGeom prst="roundRect">
            <ns1:avLst>
              <ns1:gd name="adj" fmla="val 13645"/>
            </ns1:avLst>
          </ns1:prstGeom>
          <ns1:solidFill>
            <ns1:srgbClr val="F8CBAD"/>
          </ns1:solidFill>
          <ns1:ln w="9525">
            <ns1:solidFill>
              <ns1:srgbClr val="C55A11"/>
            </ns1:solidFill>
            <ns1:prstDash val="solid"/>
          </ns1:ln>
        </ns0:spPr>
      </ns0:sp>
      <ns0:sp>
        <ns0:nvSpPr>
          <ns0:cNvPr id="9" name="Shape 7"/>
          <ns0:cNvSpPr/>
          <ns0:nvPr/>
        </ns0:nvSpPr>
        <ns0:spPr>
          <ns1:xfrm>
            <ns1:off x="182880" y="284378"/>
            <ns1:ext cx="512064" cy="234544"/>
          </ns1:xfrm>
          <ns1:prstGeom prst="roundRect">
            <ns1:avLst>
              <ns1:gd name="adj" fmla="val 13645"/>
            </ns1:avLst>
          </ns1:prstGeom>
          <ns1:solidFill>
            <ns1:srgbClr val="F8CBAD"/>
          </ns1:solidFill>
          <ns1:ln w="9525">
            <ns1:solidFill>
              <ns1:srgbClr val="C55A11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182880" y="284378"/>
            <ns1:ext cx="512064" cy="2345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exported</ns1:t>
            </ns1:r>
            <ns1:endParaRPr lang="en-US" sz="700" dirty="0"/>
          </ns1:p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graphs</ns1:t>
            </ns1:r>
            <ns1:endParaRPr lang="en-US" sz="7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38912" y="536296"/>
            <ns1:ext cx="0" cy="158877"/>
          </ns1:xfrm>
          <ns1:prstGeom prst="line">
            <ns1:avLst/>
          </ns1:prstGeom>
          <ns1:noFill/>
          <ns1:ln w="19050">
            <ns1:solidFill>
              <ns1:srgbClr val="7F7F7F"/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 rot="10800000">
            <ns1:off x="404622" y="684886"/>
            <ns1:ext cx="68580" cy="68580"/>
          </ns1:xfrm>
          <ns1:prstGeom prst="triangle">
            <ns1:avLst/>
          </ns1:prstGeom>
          <ns1:solidFill>
            <ns1:srgbClr val="7F7F7F"/>
          </ns1:solidFill>
          <ns1:ln/>
        </ns0:spPr>
      </ns0:sp>
      <ns0:sp>
        <ns0:nvSpPr>
          <ns0:cNvPr id="13" name="Text 11"/>
          <ns0:cNvSpPr txBox="1"/>
          <ns0:nvPr/>
        </ns0:nvSpPr>
        <ns0:spPr>
          <ns1:xfrm>
            <ns1:off x="18288" y="1040130"/>
            <ns1:ext cx="877824" cy="138989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Alias analysis</ns1:t>
            </ns1:r>
            <ns1:endParaRPr lang="en-US" sz="900" dirty="0"/>
          </ns1:p>
        </ns0:txBody>
      </ns0:sp>
      <ns0:sp>
        <ns0:nvSpPr>
          <ns0:cNvPr id="14" name="Shape 12"/>
          <ns0:cNvSpPr/>
          <ns0:nvPr/>
        </ns0:nvSpPr>
        <ns0:spPr>
          <ns1:xfrm>
            <ns1:off x="621792" y="901141"/>
            <ns1:ext cx="289179" cy="0"/>
          </ns1:xfrm>
          <ns1:prstGeom prst="line">
            <ns1:avLst/>
          </ns1:prstGeom>
          <ns1:noFill/>
          <ns1:ln w="19050">
            <ns1:solidFill>
              <ns1:srgbClr val="7F7F7F"/>
            </ns1:solidFill>
            <ns1:prstDash val="solid"/>
          </ns1:ln>
        </ns0:spPr>
      </ns0:sp>
      <ns0:sp>
        <ns0:nvSpPr>
          <ns0:cNvPr id="15" name="Shape 13"/>
          <ns0:cNvSpPr/>
          <ns0:nvPr/>
        </ns0:nvSpPr>
        <ns0:spPr>
          <ns1:xfrm rot="5400000">
            <ns1:off x="900684" y="866851"/>
            <ns1:ext cx="68580" cy="68580"/>
          </ns1:xfrm>
          <ns1:prstGeom prst="triangle">
            <ns1:avLst/>
          </ns1:prstGeom>
          <ns1:solidFill>
            <ns1:srgbClr val="7F7F7F"/>
          </ns1:solidFill>
          <ns1:ln/>
        </ns0:spPr>
      </ns0:sp>
      <ns0:sp>
        <ns0:nvSpPr>
          <ns0:cNvPr id="16" name="Shape 14"/>
          <ns0:cNvSpPr/>
          <ns0:nvPr/>
        </ns0:nvSpPr>
        <ns0:spPr>
          <ns1:xfrm>
            <ns1:off x="978408" y="753466"/>
            <ns1:ext cx="365760" cy="312725"/>
          </ns1:xfrm>
          <ns1:prstGeom prst="can">
            <ns1:avLst/>
          </ns1:prstGeom>
          <ns1:solidFill>
            <ns1:srgbClr val="4472C4"/>
          </ns1:solidFill>
          <ns1:ln/>
        </ns0:spPr>
      </ns0:sp>
      <ns0:sp>
        <ns0:nvSpPr>
          <ns0:cNvPr id="17" name="Text 15"/>
          <ns0:cNvSpPr txBox="1"/>
          <ns0:nvPr/>
        </ns0:nvSpPr>
        <ns0:spPr>
          <ns1:xfrm>
            <ns1:off x="978408" y="814273"/>
            <ns1:ext cx="365760" cy="2345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0000"/>
              </ns1:lnSpc>
              <ns1:buNone/>
            </ns1:pPr>
            <ns1:r>
              <ns1:rPr lang="en-US" sz="65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ReadSeal</ns1:t>
            </ns1:r>
            <ns1:endParaRPr lang="en-US" sz="650" dirty="0"/>
          </ns1:p>
          <ns1:p>
            <ns1:pPr algn="ctr" indent="0" marL="0">
              <ns1:lnSpc>
                <ns1:spcPct val="90000"/>
              </ns1:lnSpc>
              <ns1:buNone/>
            </ns1:pPr>
            <ns1:r>
              <ns1:rPr lang="en-US" sz="65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plans</ns1:t>
            </ns1:r>
            <ns1:endParaRPr lang="en-US" sz="65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1353312" y="935888"/>
            <ns1:ext cx="78867" cy="0"/>
          </ns1:xfrm>
          <ns1:prstGeom prst="line">
            <ns1:avLst/>
          </ns1:prstGeom>
          <ns1:noFill/>
          <ns1:ln w="19050">
            <ns1:solidFill>
              <ns1:srgbClr val="4472C4"/>
            </ns1:solidFill>
            <ns1:prstDash val="solid"/>
          </ns1:ln>
        </ns0:spPr>
      </ns0:sp>
      <ns0:sp>
        <ns0:nvSpPr>
          <ns0:cNvPr id="19" name="Shape 17"/>
          <ns0:cNvSpPr/>
          <ns0:nvPr/>
        </ns0:nvSpPr>
        <ns0:spPr>
          <ns1:xfrm rot="5400000">
            <ns1:off x="1421892" y="901598"/>
            <ns1:ext cx="68580" cy="68580"/>
          </ns1:xfrm>
          <ns1:prstGeom prst="triangle">
            <ns1:avLst/>
          </ns1:prstGeom>
          <ns1:solidFill>
            <ns1:srgbClr val="4472C4"/>
          </ns1:solidFill>
          <ns1:ln/>
        </ns0:spPr>
      </ns0:sp>
      <ns0:sp>
        <ns0:nvSpPr>
          <ns0:cNvPr id="20" name="Shape 18"/>
          <ns0:cNvSpPr/>
          <ns0:nvPr/>
        </ns0:nvSpPr>
        <ns0:spPr>
          <ns1:xfrm>
            <ns1:off x="969264" y="128016"/>
            <ns1:ext cx="420624" cy="269291"/>
          </ns1:xfrm>
          <ns1:prstGeom prst="roundRect">
            <ns1:avLst>
              <ns1:gd name="adj" fmla="val 11885"/>
            </ns1:avLst>
          </ns1:prstGeom>
          <ns1:solidFill>
            <ns1:srgbClr val="C55A11"/>
          </ns1:solidFill>
          <ns1:ln/>
        </ns0:spPr>
      </ns0:sp>
      <ns0:sp>
        <ns0:nvSpPr>
          <ns0:cNvPr id="21" name="Text 19"/>
          <ns0:cNvSpPr txBox="1"/>
          <ns0:nvPr/>
        </ns0:nvSpPr>
        <ns0:spPr>
          <ns1:xfrm>
            <ns1:off x="969264" y="136703"/>
            <ns1:ext cx="420624" cy="25191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5000"/>
              </ns1:lnSpc>
              <ns1:buNone/>
            </ns1:pPr>
            <ns1:r>
              <ns1:rPr lang="en-US" sz="60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Producer</ns1:t>
            </ns1:r>
            <ns1:endParaRPr lang="en-US" sz="700" dirty="0"/>
          </ns1:p>
          <ns1:p>
            <ns1:pPr algn="ctr" indent="0" marL="0">
              <ns1:lnSpc>
                <ns1:spcPct val="95000"/>
              </ns1:lnSpc>
              <ns1:buNone/>
            </ns1:pPr>
            <ns1:r>
              <ns1:rPr lang="en-US" sz="70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BEV fusion</ns1:t>
            </ns1:r>
            <ns1:endParaRPr lang="en-US" sz="70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1463040" y="128016"/>
            <ns1:ext cx="425196" cy="269291"/>
          </ns1:xfrm>
          <ns1:prstGeom prst="roundRect">
            <ns1:avLst>
              <ns1:gd name="adj" fmla="val 11885"/>
            </ns1:avLst>
          </ns1:prstGeom>
          <ns1:solidFill>
            <ns1:srgbClr val="ED7D31"/>
          </ns1:solidFill>
          <ns1:ln/>
        </ns0:spPr>
      </ns0:sp>
      <ns0:sp>
        <ns0:nvSpPr>
          <ns0:cNvPr id="23" name="Text 21"/>
          <ns0:cNvSpPr txBox="1"/>
          <ns0:nvPr/>
        </ns0:nvSpPr>
        <ns0:spPr>
          <ns1:xfrm>
            <ns1:off x="1463040" y="136703"/>
            <ns1:ext cx="425196" cy="25191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5000"/>
              </ns1:lnSpc>
              <ns1:buNone/>
            </ns1:pPr>
            <ns1:r>
              <ns1:rPr lang="en-US" sz="60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Recipient 1</ns1:t>
            </ns1:r>
            <ns1:endParaRPr lang="en-US" sz="700" dirty="0"/>
          </ns1:p>
          <ns1:p>
            <ns1:pPr algn="ctr" indent="0" marL="0">
              <ns1:lnSpc>
                <ns1:spcPct val="95000"/>
              </ns1:lnSpc>
              <ns1:buNone/>
            </ns1:pPr>
            <ns1:r>
              <ns1:rPr lang="en-US" sz="75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Detection</ns1:t>
            </ns1:r>
            <ns1:endParaRPr lang="en-US" sz="70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1961388" y="128016"/>
            <ns1:ext cx="425196" cy="269291"/>
          </ns1:xfrm>
          <ns1:prstGeom prst="roundRect">
            <ns1:avLst>
              <ns1:gd name="adj" fmla="val 11885"/>
            </ns1:avLst>
          </ns1:prstGeom>
          <ns1:solidFill>
            <ns1:srgbClr val="ED7D31"/>
          </ns1:solidFill>
          <ns1:ln/>
        </ns0:spPr>
      </ns0:sp>
      <ns0:sp>
        <ns0:nvSpPr>
          <ns0:cNvPr id="25" name="Text 23"/>
          <ns0:cNvSpPr txBox="1"/>
          <ns0:nvPr/>
        </ns0:nvSpPr>
        <ns0:spPr>
          <ns1:xfrm>
            <ns1:off x="1961388" y="136703"/>
            <ns1:ext cx="425196" cy="25191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5000"/>
              </ns1:lnSpc>
              <ns1:buNone/>
            </ns1:pPr>
            <ns1:r>
              <ns1:rPr lang="en-US" sz="60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Recipient 2</ns1:t>
            </ns1:r>
            <ns1:endParaRPr lang="en-US" sz="700" dirty="0"/>
          </ns1:p>
          <ns1:p>
            <ns1:pPr algn="ctr" indent="0" marL="0">
              <ns1:lnSpc>
                <ns1:spcPct val="95000"/>
              </ns1:lnSpc>
              <ns1:buNone/>
            </ns1:pPr>
            <ns1:r>
              <ns1:rPr lang="en-US" sz="75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Tracking</ns1:t>
            </ns1:r>
            <ns1:endParaRPr lang="en-US" sz="700" dirty="0"/>
          </ns1:p>
        </ns0:txBody>
      </ns0:sp>
      <ns0:sp>
        <ns0:nvSpPr>
          <ns0:cNvPr id="26" name="Shape 24"/>
          <ns0:cNvSpPr/>
          <ns0:nvPr/>
        </ns0:nvSpPr>
        <ns0:spPr>
          <ns1:xfrm>
            <ns1:off x="2459736" y="128016"/>
            <ns1:ext cx="425196" cy="269291"/>
          </ns1:xfrm>
          <ns1:prstGeom prst="roundRect">
            <ns1:avLst>
              <ns1:gd name="adj" fmla="val 11885"/>
            </ns1:avLst>
          </ns1:prstGeom>
          <ns1:solidFill>
            <ns1:srgbClr val="ED7D31"/>
          </ns1:solidFill>
          <ns1:ln/>
        </ns0:spPr>
      </ns0:sp>
      <ns0:sp>
        <ns0:nvSpPr>
          <ns0:cNvPr id="27" name="Text 25"/>
          <ns0:cNvSpPr txBox="1"/>
          <ns0:nvPr/>
        </ns0:nvSpPr>
        <ns0:spPr>
          <ns1:xfrm>
            <ns1:off x="2459736" y="136703"/>
            <ns1:ext cx="425196" cy="25191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5000"/>
              </ns1:lnSpc>
              <ns1:buNone/>
            </ns1:pPr>
            <ns1:r>
              <ns1:rPr lang="en-US" sz="60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Recipient 3</ns1:t>
            </ns1:r>
            <ns1:endParaRPr lang="en-US" sz="700" dirty="0"/>
          </ns1:p>
          <ns1:p>
            <ns1:pPr algn="ctr" indent="0" marL="0">
              <ns1:lnSpc>
                <ns1:spcPct val="95000"/>
              </ns1:lnSpc>
              <ns1:buNone/>
            </ns1:pPr>
            <ns1:r>
              <ns1:rPr lang="en-US" sz="75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Planning</ns1:t>
            </ns1:r>
            <ns1:endParaRPr lang="en-US" sz="70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2958084" y="128016"/>
            <ns1:ext cx="425196" cy="269291"/>
          </ns1:xfrm>
          <ns1:prstGeom prst="roundRect">
            <ns1:avLst>
              <ns1:gd name="adj" fmla="val 11885"/>
            </ns1:avLst>
          </ns1:prstGeom>
          <ns1:solidFill>
            <ns1:srgbClr val="ED7D31"/>
          </ns1:solidFill>
          <ns1:ln/>
        </ns0:spPr>
      </ns0:sp>
      <ns0:sp>
        <ns0:nvSpPr>
          <ns0:cNvPr id="29" name="Text 27"/>
          <ns0:cNvSpPr txBox="1"/>
          <ns0:nvPr/>
        </ns0:nvSpPr>
        <ns0:spPr>
          <ns1:xfrm>
            <ns1:off x="2958084" y="136703"/>
            <ns1:ext cx="425196" cy="25191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5000"/>
              </ns1:lnSpc>
              <ns1:buNone/>
            </ns1:pPr>
            <ns1:r>
              <ns1:rPr lang="en-US" sz="60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Recipient 4</ns1:t>
            </ns1:r>
            <ns1:endParaRPr lang="en-US" sz="700" dirty="0"/>
          </ns1:p>
          <ns1:p>
            <ns1:pPr algn="ctr" indent="0" marL="0">
              <ns1:lnSpc>
                <ns1:spcPct val="95000"/>
              </ns1:lnSpc>
              <ns1:buNone/>
            </ns1:pPr>
            <ns1:r>
              <ns1:rPr lang="en-US" sz="75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Logging</ns1:t>
            </ns1:r>
            <ns1:endParaRPr lang="en-US" sz="7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1371600" y="405994"/>
            <ns1:ext cx="176466" cy="377196"/>
          </ns1:xfrm>
          <ns1:prstGeom prst="line">
            <ns1:avLst/>
          </ns1:prstGeom>
          <ns1:noFill/>
          <ns1:ln w="19050">
            <ns1:solidFill>
              <ns1:srgbClr val="ED7D31"/>
            </ns1:solidFill>
            <ns1:prstDash val="solid"/>
          </ns1:ln>
        </ns0:spPr>
      </ns0:sp>
      <ns0:sp>
        <ns0:nvSpPr>
          <ns0:cNvPr id="31" name="Shape 29"/>
          <ns0:cNvSpPr/>
          <ns0:nvPr/>
        </ns0:nvSpPr>
        <ns0:spPr>
          <ns1:xfrm rot="9295686">
            <ns1:off x="1523947" y="770641"/>
            <ns1:ext cx="68580" cy="68580"/>
          </ns1:xfrm>
          <ns1:prstGeom prst="triangle">
            <ns1:avLst/>
          </ns1:prstGeom>
          <ns1:solidFill>
            <ns1:srgbClr val="ED7D31"/>
          </ns1:solidFill>
          <ns1:ln/>
        </ns0:spPr>
      </ns0:sp>
      <ns0:sp>
        <ns0:nvSpPr>
          <ns0:cNvPr id="32" name="Shape 30"/>
          <ns0:cNvSpPr/>
          <ns0:nvPr/>
        </ns0:nvSpPr>
        <ns0:spPr>
          <ns1:xfrm>
            <ns1:off x="973836" y="485546"/>
            <ns1:ext cx="118872" cy="118872"/>
          </ns1:xfrm>
          <ns1:prstGeom prst="ellipse">
            <ns1:avLst/>
          </ns1:prstGeom>
          <ns1:solidFill>
            <ns1:srgbClr val="000000"/>
          </ns1:solidFill>
          <ns1:ln/>
        </ns0:spPr>
      </ns0:sp>
      <ns0:sp>
        <ns0:nvSpPr>
          <ns0:cNvPr id="33" name="Text 31"/>
          <ns0:cNvSpPr txBox="1"/>
          <ns0:nvPr/>
        </ns0:nvSpPr>
        <ns0:spPr>
          <ns1:xfrm>
            <ns1:off x="973836" y="485546"/>
            <ns1:ext cx="118872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</ns1:t>
            </ns1:r>
            <ns1:endParaRPr lang="en-US" sz="600" dirty="0"/>
          </ns1:p>
        </ns0:txBody>
      </ns0:sp>
      <ns0:sp>
        <ns0:nvSpPr>
          <ns0:cNvPr id="34" name="Text 32"/>
          <ns0:cNvSpPr txBox="1"/>
          <ns0:nvPr/>
        </ns0:nvSpPr>
        <ns0:spPr>
          <ns1:xfrm>
            <ns1:off x="1101852" y="497205"/>
            <ns1:ext cx="274320" cy="95555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write </ns1:t>
            </ns1:r>
            <ns1:pPr indent="0" marL="0">
              <ns1:buNone/>
            </ns1:pPr>
            <ns1:r>
              <ns1:rPr lang="en-US" sz="60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endParaRPr lang="en-US" sz="600" dirty="0"/>
          </ns1:p>
        </ns0:txBody>
      </ns0:sp>
      <ns0:sp>
        <ns0:nvSpPr>
          <ns0:cNvPr id="35" name="Shape 33"/>
          <ns0:cNvSpPr/>
          <ns0:nvPr/>
        </ns0:nvSpPr>
        <ns0:spPr>
          <ns1:xfrm>
            <ns1:off x="973836" y="624535"/>
            <ns1:ext cx="118872" cy="118872"/>
          </ns1:xfrm>
          <ns1:prstGeom prst="ellipse">
            <ns1:avLst/>
          </ns1:prstGeom>
          <ns1:solidFill>
            <ns1:srgbClr val="000000"/>
          </ns1:solidFill>
          <ns1:ln/>
        </ns0:spPr>
      </ns0:sp>
      <ns0:sp>
        <ns0:nvSpPr>
          <ns0:cNvPr id="36" name="Text 34"/>
          <ns0:cNvSpPr txBox="1"/>
          <ns0:nvPr/>
        </ns0:nvSpPr>
        <ns0:spPr>
          <ns1:xfrm>
            <ns1:off x="973836" y="624535"/>
            <ns1:ext cx="118872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</ns1:t>
            </ns1:r>
            <ns1:endParaRPr lang="en-US" sz="600" dirty="0"/>
          </ns1:p>
        </ns0:txBody>
      </ns0:sp>
      <ns0:sp>
        <ns0:nvSpPr>
          <ns0:cNvPr id="37" name="Text 35"/>
          <ns0:cNvSpPr txBox="1"/>
          <ns0:nvPr/>
        </ns0:nvSpPr>
        <ns0:spPr>
          <ns1:xfrm>
            <ns1:off x="1101852" y="636194"/>
            <ns1:ext cx="274320" cy="95555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commit</ns1:t>
            </ns1:r>
            <ns1:endParaRPr lang="en-US" sz="600" dirty="0"/>
          </ns1:p>
        </ns0:txBody>
      </ns0:sp>
      <ns0:sp>
        <ns0:nvSpPr>
          <ns0:cNvPr id="38" name="Shape 36"/>
          <ns0:cNvSpPr/>
          <ns0:nvPr/>
        </ns0:nvSpPr>
        <ns0:spPr>
          <ns1:xfrm>
            <ns1:off x="1675638" y="405994"/>
            <ns1:ext cx="0" cy="28575"/>
          </ns1:xfrm>
          <ns1:prstGeom prst="line">
            <ns1:avLst/>
          </ns1:prstGeom>
          <ns1:noFill/>
          <ns1:ln w="19050">
            <ns1:solidFill>
              <ns1:srgbClr val="ED7D31"/>
            </ns1:solidFill>
            <ns1:prstDash val="solid"/>
          </ns1:ln>
        </ns0:spPr>
      </ns0:sp>
      <ns0:sp>
        <ns0:nvSpPr>
          <ns0:cNvPr id="39" name="Shape 37"/>
          <ns0:cNvSpPr/>
          <ns0:nvPr/>
        </ns0:nvSpPr>
        <ns0:spPr>
          <ns1:xfrm rot="10800000">
            <ns1:off x="1641348" y="424282"/>
            <ns1:ext cx="68580" cy="68580"/>
          </ns1:xfrm>
          <ns1:prstGeom prst="triangle">
            <ns1:avLst/>
          </ns1:prstGeom>
          <ns1:solidFill>
            <ns1:srgbClr val="ED7D31"/>
          </ns1:solidFill>
          <ns1:ln/>
        </ns0:spPr>
      </ns0:sp>
      <ns0:sp>
        <ns0:nvSpPr>
          <ns0:cNvPr id="40" name="Shape 38"/>
          <ns0:cNvSpPr/>
          <ns0:nvPr/>
        </ns0:nvSpPr>
        <ns0:spPr>
          <ns1:xfrm>
            <ns1:off x="1552194" y="501548"/>
            <ns1:ext cx="0" cy="234544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41" name="Shape 39"/>
          <ns0:cNvSpPr/>
          <ns0:nvPr/>
        </ns0:nvSpPr>
        <ns0:spPr>
          <ns1:xfrm>
            <ns1:off x="1853946" y="501548"/>
            <ns1:ext cx="0" cy="234544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42" name="Shape 40"/>
          <ns0:cNvSpPr/>
          <ns0:nvPr/>
        </ns0:nvSpPr>
        <ns0:spPr>
          <ns1:xfrm>
            <ns1:off x="1552194" y="736092"/>
            <ns1:ext cx="301752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43" name="Shape 41"/>
          <ns0:cNvSpPr/>
          <ns0:nvPr/>
        </ns0:nvSpPr>
        <ns0:spPr>
          <ns1:xfrm>
            <ns1:off x="1552194" y="579730"/>
            <ns1:ext cx="301752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44" name="Shape 42"/>
          <ns0:cNvSpPr/>
          <ns0:nvPr/>
        </ns0:nvSpPr>
        <ns0:spPr>
          <ns1:xfrm>
            <ns1:off x="1552194" y="657911"/>
            <ns1:ext cx="301752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45" name="Shape 43"/>
          <ns0:cNvSpPr/>
          <ns0:nvPr/>
        </ns0:nvSpPr>
        <ns0:spPr>
          <ns1:xfrm>
            <ns1:off x="1565910" y="585810"/>
            <ns1:ext cx="274320" cy="66020"/>
          </ns1:xfrm>
          <ns1:prstGeom prst="rect">
            <ns1:avLst/>
          </ns1:prstGeom>
          <ns1:solidFill>
            <ns1:srgbClr val="70AD47"/>
          </ns1:solidFill>
          <ns1:ln/>
        </ns0:spPr>
      </ns0:sp>
      <ns0:sp>
        <ns0:nvSpPr>
          <ns0:cNvPr id="46" name="Text 44"/>
          <ns0:cNvSpPr txBox="1"/>
          <ns0:nvPr/>
        </ns0:nvSpPr>
        <ns0:spPr>
          <ns1:xfrm>
            <ns1:off x="1565910" y="585810"/>
            <ns1:ext cx="274320" cy="6602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55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graph B</ns1:t>
            </ns1:r>
            <ns1:endParaRPr lang="en-US" sz="550" dirty="0"/>
          </ns1:p>
        </ns0:txBody>
      </ns0:sp>
      <ns0:sp>
        <ns0:nvSpPr>
          <ns0:cNvPr id="47" name="Shape 45"/>
          <ns0:cNvSpPr/>
          <ns0:nvPr/>
        </ns0:nvSpPr>
        <ns0:spPr>
          <ns1:xfrm>
            <ns1:off x="1565910" y="663992"/>
            <ns1:ext cx="274320" cy="66020"/>
          </ns1:xfrm>
          <ns1:prstGeom prst="rect">
            <ns1:avLst/>
          </ns1:prstGeom>
          <ns1:solidFill>
            <ns1:srgbClr val="70AD47"/>
          </ns1:solidFill>
          <ns1:ln/>
        </ns0:spPr>
      </ns0:sp>
      <ns0:sp>
        <ns0:nvSpPr>
          <ns0:cNvPr id="48" name="Text 46"/>
          <ns0:cNvSpPr txBox="1"/>
          <ns0:nvPr/>
        </ns0:nvSpPr>
        <ns0:spPr>
          <ns1:xfrm>
            <ns1:off x="1565910" y="663992"/>
            <ns1:ext cx="274320" cy="6602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55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engine A</ns1:t>
            </ns1:r>
            <ns1:endParaRPr lang="en-US" sz="550" dirty="0"/>
          </ns1:p>
        </ns0:txBody>
      </ns0:sp>
      <ns0:sp>
        <ns0:nvSpPr>
          <ns0:cNvPr id="49" name="Shape 47"/>
          <ns0:cNvSpPr/>
          <ns0:nvPr/>
        </ns0:nvSpPr>
        <ns0:spPr>
          <ns1:xfrm>
            <ns1:off x="1675638" y="744779"/>
            <ns1:ext cx="0" cy="32918"/>
          </ns1:xfrm>
          <ns1:prstGeom prst="line">
            <ns1:avLst/>
          </ns1:prstGeom>
          <ns1:noFill/>
          <ns1:ln w="19050">
            <ns1:solidFill>
              <ns1:srgbClr val="4472C4"/>
            </ns1:solidFill>
            <ns1:prstDash val="solid"/>
          </ns1:ln>
        </ns0:spPr>
      </ns0:sp>
      <ns0:sp>
        <ns0:nvSpPr>
          <ns0:cNvPr id="50" name="Shape 48"/>
          <ns0:cNvSpPr/>
          <ns0:nvPr/>
        </ns0:nvSpPr>
        <ns0:spPr>
          <ns1:xfrm rot="10800000">
            <ns1:off x="1641348" y="767410"/>
            <ns1:ext cx="68580" cy="68580"/>
          </ns1:xfrm>
          <ns1:prstGeom prst="triangle">
            <ns1:avLst/>
          </ns1:prstGeom>
          <ns1:solidFill>
            <ns1:srgbClr val="4472C4"/>
          </ns1:solidFill>
          <ns1:ln/>
        </ns0:spPr>
      </ns0:sp>
      <ns0:sp>
        <ns0:nvSpPr>
          <ns0:cNvPr id="51" name="Shape 49"/>
          <ns0:cNvSpPr/>
          <ns0:nvPr/>
        </ns0:nvSpPr>
        <ns0:spPr>
          <ns1:xfrm>
            <ns1:off x="2173986" y="405994"/>
            <ns1:ext cx="0" cy="28575"/>
          </ns1:xfrm>
          <ns1:prstGeom prst="line">
            <ns1:avLst/>
          </ns1:prstGeom>
          <ns1:noFill/>
          <ns1:ln w="19050">
            <ns1:solidFill>
              <ns1:srgbClr val="ED7D31"/>
            </ns1:solidFill>
            <ns1:prstDash val="solid"/>
          </ns1:ln>
        </ns0:spPr>
      </ns0:sp>
      <ns0:sp>
        <ns0:nvSpPr>
          <ns0:cNvPr id="52" name="Shape 50"/>
          <ns0:cNvSpPr/>
          <ns0:nvPr/>
        </ns0:nvSpPr>
        <ns0:spPr>
          <ns1:xfrm rot="10800000">
            <ns1:off x="2139696" y="424282"/>
            <ns1:ext cx="68580" cy="68580"/>
          </ns1:xfrm>
          <ns1:prstGeom prst="triangle">
            <ns1:avLst/>
          </ns1:prstGeom>
          <ns1:solidFill>
            <ns1:srgbClr val="ED7D31"/>
          </ns1:solidFill>
          <ns1:ln/>
        </ns0:spPr>
      </ns0:sp>
      <ns0:sp>
        <ns0:nvSpPr>
          <ns0:cNvPr id="53" name="Shape 51"/>
          <ns0:cNvSpPr/>
          <ns0:nvPr/>
        </ns0:nvSpPr>
        <ns0:spPr>
          <ns1:xfrm>
            <ns1:off x="2073402" y="501548"/>
            <ns1:ext cx="0" cy="234544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54" name="Shape 52"/>
          <ns0:cNvSpPr/>
          <ns0:nvPr/>
        </ns0:nvSpPr>
        <ns0:spPr>
          <ns1:xfrm>
            <ns1:off x="2274570" y="501548"/>
            <ns1:ext cx="0" cy="234544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55" name="Shape 53"/>
          <ns0:cNvSpPr/>
          <ns0:nvPr/>
        </ns0:nvSpPr>
        <ns0:spPr>
          <ns1:xfrm>
            <ns1:off x="2073402" y="736092"/>
            <ns1:ext cx="201168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56" name="Shape 54"/>
          <ns0:cNvSpPr/>
          <ns0:nvPr/>
        </ns0:nvSpPr>
        <ns0:spPr>
          <ns1:xfrm>
            <ns1:off x="2073402" y="579730"/>
            <ns1:ext cx="201168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57" name="Shape 55"/>
          <ns0:cNvSpPr/>
          <ns0:nvPr/>
        </ns0:nvSpPr>
        <ns0:spPr>
          <ns1:xfrm>
            <ns1:off x="2073402" y="657911"/>
            <ns1:ext cx="201168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58" name="Shape 56"/>
          <ns0:cNvSpPr/>
          <ns0:nvPr/>
        </ns0:nvSpPr>
        <ns0:spPr>
          <ns1:xfrm>
            <ns1:off x="2139239" y="663992"/>
            <ns1:ext cx="69494" cy="66020"/>
          </ns1:xfrm>
          <ns1:prstGeom prst="rect">
            <ns1:avLst/>
          </ns1:prstGeom>
          <ns1:solidFill>
            <ns1:srgbClr val="70AD47"/>
          </ns1:solidFill>
          <ns1:ln/>
        </ns0:spPr>
      </ns0:sp>
      <ns0:sp>
        <ns0:nvSpPr>
          <ns0:cNvPr id="59" name="Shape 57"/>
          <ns0:cNvSpPr/>
          <ns0:nvPr/>
        </ns0:nvSpPr>
        <ns0:spPr>
          <ns1:xfrm>
            <ns1:off x="2173986" y="744779"/>
            <ns1:ext cx="0" cy="32918"/>
          </ns1:xfrm>
          <ns1:prstGeom prst="line">
            <ns1:avLst/>
          </ns1:prstGeom>
          <ns1:noFill/>
          <ns1:ln w="19050">
            <ns1:solidFill>
              <ns1:srgbClr val="4472C4"/>
            </ns1:solidFill>
            <ns1:prstDash val="solid"/>
          </ns1:ln>
        </ns0:spPr>
      </ns0:sp>
      <ns0:sp>
        <ns0:nvSpPr>
          <ns0:cNvPr id="60" name="Shape 58"/>
          <ns0:cNvSpPr/>
          <ns0:nvPr/>
        </ns0:nvSpPr>
        <ns0:spPr>
          <ns1:xfrm rot="10800000">
            <ns1:off x="2139696" y="767410"/>
            <ns1:ext cx="68580" cy="68580"/>
          </ns1:xfrm>
          <ns1:prstGeom prst="triangle">
            <ns1:avLst/>
          </ns1:prstGeom>
          <ns1:solidFill>
            <ns1:srgbClr val="4472C4"/>
          </ns1:solidFill>
          <ns1:ln/>
        </ns0:spPr>
      </ns0:sp>
      <ns0:sp>
        <ns0:nvSpPr>
          <ns0:cNvPr id="61" name="Shape 59"/>
          <ns0:cNvSpPr/>
          <ns0:nvPr/>
        </ns0:nvSpPr>
        <ns0:spPr>
          <ns1:xfrm>
            <ns1:off x="2672334" y="405994"/>
            <ns1:ext cx="0" cy="28575"/>
          </ns1:xfrm>
          <ns1:prstGeom prst="line">
            <ns1:avLst/>
          </ns1:prstGeom>
          <ns1:noFill/>
          <ns1:ln w="19050">
            <ns1:solidFill>
              <ns1:srgbClr val="ED7D31"/>
            </ns1:solidFill>
            <ns1:prstDash val="solid"/>
          </ns1:ln>
        </ns0:spPr>
      </ns0:sp>
      <ns0:sp>
        <ns0:nvSpPr>
          <ns0:cNvPr id="62" name="Shape 60"/>
          <ns0:cNvSpPr/>
          <ns0:nvPr/>
        </ns0:nvSpPr>
        <ns0:spPr>
          <ns1:xfrm rot="10800000">
            <ns1:off x="2638044" y="424282"/>
            <ns1:ext cx="68580" cy="68580"/>
          </ns1:xfrm>
          <ns1:prstGeom prst="triangle">
            <ns1:avLst/>
          </ns1:prstGeom>
          <ns1:solidFill>
            <ns1:srgbClr val="ED7D31"/>
          </ns1:solidFill>
          <ns1:ln/>
        </ns0:spPr>
      </ns0:sp>
      <ns0:sp>
        <ns0:nvSpPr>
          <ns0:cNvPr id="63" name="Shape 61"/>
          <ns0:cNvSpPr/>
          <ns0:nvPr/>
        </ns0:nvSpPr>
        <ns0:spPr>
          <ns1:xfrm>
            <ns1:off x="2571750" y="501548"/>
            <ns1:ext cx="0" cy="234544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64" name="Shape 62"/>
          <ns0:cNvSpPr/>
          <ns0:nvPr/>
        </ns0:nvSpPr>
        <ns0:spPr>
          <ns1:xfrm>
            <ns1:off x="2772918" y="501548"/>
            <ns1:ext cx="0" cy="234544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65" name="Shape 63"/>
          <ns0:cNvSpPr/>
          <ns0:nvPr/>
        </ns0:nvSpPr>
        <ns0:spPr>
          <ns1:xfrm>
            <ns1:off x="2571750" y="736092"/>
            <ns1:ext cx="201168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66" name="Shape 64"/>
          <ns0:cNvSpPr/>
          <ns0:nvPr/>
        </ns0:nvSpPr>
        <ns0:spPr>
          <ns1:xfrm>
            <ns1:off x="2571750" y="579730"/>
            <ns1:ext cx="201168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67" name="Shape 65"/>
          <ns0:cNvSpPr/>
          <ns0:nvPr/>
        </ns0:nvSpPr>
        <ns0:spPr>
          <ns1:xfrm>
            <ns1:off x="2571750" y="657911"/>
            <ns1:ext cx="201168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68" name="Shape 66"/>
          <ns0:cNvSpPr/>
          <ns0:nvPr/>
        </ns0:nvSpPr>
        <ns0:spPr>
          <ns1:xfrm>
            <ns1:off x="2637587" y="585810"/>
            <ns1:ext cx="69494" cy="66020"/>
          </ns1:xfrm>
          <ns1:prstGeom prst="rect">
            <ns1:avLst/>
          </ns1:prstGeom>
          <ns1:solidFill>
            <ns1:srgbClr val="70AD47"/>
          </ns1:solidFill>
          <ns1:ln/>
        </ns0:spPr>
      </ns0:sp>
      <ns0:sp>
        <ns0:nvSpPr>
          <ns0:cNvPr id="69" name="Shape 67"/>
          <ns0:cNvSpPr/>
          <ns0:nvPr/>
        </ns0:nvSpPr>
        <ns0:spPr>
          <ns1:xfrm>
            <ns1:off x="2637587" y="663992"/>
            <ns1:ext cx="69494" cy="66020"/>
          </ns1:xfrm>
          <ns1:prstGeom prst="rect">
            <ns1:avLst/>
          </ns1:prstGeom>
          <ns1:solidFill>
            <ns1:srgbClr val="70AD47"/>
          </ns1:solidFill>
          <ns1:ln/>
        </ns0:spPr>
      </ns0:sp>
      <ns0:sp>
        <ns0:nvSpPr>
          <ns0:cNvPr id="70" name="Shape 68"/>
          <ns0:cNvSpPr/>
          <ns0:nvPr/>
        </ns0:nvSpPr>
        <ns0:spPr>
          <ns1:xfrm>
            <ns1:off x="2672334" y="744779"/>
            <ns1:ext cx="0" cy="32918"/>
          </ns1:xfrm>
          <ns1:prstGeom prst="line">
            <ns1:avLst/>
          </ns1:prstGeom>
          <ns1:noFill/>
          <ns1:ln w="19050">
            <ns1:solidFill>
              <ns1:srgbClr val="4472C4"/>
            </ns1:solidFill>
            <ns1:prstDash val="solid"/>
          </ns1:ln>
        </ns0:spPr>
      </ns0:sp>
      <ns0:sp>
        <ns0:nvSpPr>
          <ns0:cNvPr id="71" name="Shape 69"/>
          <ns0:cNvSpPr/>
          <ns0:nvPr/>
        </ns0:nvSpPr>
        <ns0:spPr>
          <ns1:xfrm rot="10800000">
            <ns1:off x="2638044" y="767410"/>
            <ns1:ext cx="68580" cy="68580"/>
          </ns1:xfrm>
          <ns1:prstGeom prst="triangle">
            <ns1:avLst/>
          </ns1:prstGeom>
          <ns1:solidFill>
            <ns1:srgbClr val="4472C4"/>
          </ns1:solidFill>
          <ns1:ln/>
        </ns0:spPr>
      </ns0:sp>
      <ns0:sp>
        <ns0:nvSpPr>
          <ns0:cNvPr id="72" name="Shape 70"/>
          <ns0:cNvSpPr/>
          <ns0:nvPr/>
        </ns0:nvSpPr>
        <ns0:spPr>
          <ns1:xfrm>
            <ns1:off x="3170682" y="405994"/>
            <ns1:ext cx="0" cy="28575"/>
          </ns1:xfrm>
          <ns1:prstGeom prst="line">
            <ns1:avLst/>
          </ns1:prstGeom>
          <ns1:noFill/>
          <ns1:ln w="19050">
            <ns1:solidFill>
              <ns1:srgbClr val="ED7D31"/>
            </ns1:solidFill>
            <ns1:prstDash val="solid"/>
          </ns1:ln>
        </ns0:spPr>
      </ns0:sp>
      <ns0:sp>
        <ns0:nvSpPr>
          <ns0:cNvPr id="73" name="Shape 71"/>
          <ns0:cNvSpPr/>
          <ns0:nvPr/>
        </ns0:nvSpPr>
        <ns0:spPr>
          <ns1:xfrm rot="10800000">
            <ns1:off x="3136392" y="424282"/>
            <ns1:ext cx="68580" cy="68580"/>
          </ns1:xfrm>
          <ns1:prstGeom prst="triangle">
            <ns1:avLst/>
          </ns1:prstGeom>
          <ns1:solidFill>
            <ns1:srgbClr val="ED7D31"/>
          </ns1:solidFill>
          <ns1:ln/>
        </ns0:spPr>
      </ns0:sp>
      <ns0:sp>
        <ns0:nvSpPr>
          <ns0:cNvPr id="74" name="Shape 72"/>
          <ns0:cNvSpPr/>
          <ns0:nvPr/>
        </ns0:nvSpPr>
        <ns0:spPr>
          <ns1:xfrm>
            <ns1:off x="3070098" y="501548"/>
            <ns1:ext cx="0" cy="234544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75" name="Shape 73"/>
          <ns0:cNvSpPr/>
          <ns0:nvPr/>
        </ns0:nvSpPr>
        <ns0:spPr>
          <ns1:xfrm>
            <ns1:off x="3271266" y="501548"/>
            <ns1:ext cx="0" cy="234544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76" name="Shape 74"/>
          <ns0:cNvSpPr/>
          <ns0:nvPr/>
        </ns0:nvSpPr>
        <ns0:spPr>
          <ns1:xfrm>
            <ns1:off x="3070098" y="736092"/>
            <ns1:ext cx="201168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77" name="Shape 75"/>
          <ns0:cNvSpPr/>
          <ns0:nvPr/>
        </ns0:nvSpPr>
        <ns0:spPr>
          <ns1:xfrm>
            <ns1:off x="3070098" y="579730"/>
            <ns1:ext cx="201168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78" name="Shape 76"/>
          <ns0:cNvSpPr/>
          <ns0:nvPr/>
        </ns0:nvSpPr>
        <ns0:spPr>
          <ns1:xfrm>
            <ns1:off x="3070098" y="657911"/>
            <ns1:ext cx="201168" cy="0"/>
          </ns1:xfrm>
          <ns1:prstGeom prst="line">
            <ns1:avLst/>
          </ns1:prstGeom>
          <ns1:noFill/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79" name="Shape 77"/>
          <ns0:cNvSpPr/>
          <ns0:nvPr/>
        </ns0:nvSpPr>
        <ns0:spPr>
          <ns1:xfrm>
            <ns1:off x="3135935" y="663992"/>
            <ns1:ext cx="69494" cy="66020"/>
          </ns1:xfrm>
          <ns1:prstGeom prst="rect">
            <ns1:avLst/>
          </ns1:prstGeom>
          <ns1:solidFill>
            <ns1:srgbClr val="70AD47"/>
          </ns1:solidFill>
          <ns1:ln/>
        </ns0:spPr>
      </ns0:sp>
      <ns0:sp>
        <ns0:nvSpPr>
          <ns0:cNvPr id="80" name="Shape 78"/>
          <ns0:cNvSpPr/>
          <ns0:nvPr/>
        </ns0:nvSpPr>
        <ns0:spPr>
          <ns1:xfrm>
            <ns1:off x="3170682" y="744779"/>
            <ns1:ext cx="0" cy="32918"/>
          </ns1:xfrm>
          <ns1:prstGeom prst="line">
            <ns1:avLst/>
          </ns1:prstGeom>
          <ns1:noFill/>
          <ns1:ln w="19050">
            <ns1:solidFill>
              <ns1:srgbClr val="4472C4"/>
            </ns1:solidFill>
            <ns1:prstDash val="solid"/>
          </ns1:ln>
        </ns0:spPr>
      </ns0:sp>
      <ns0:sp>
        <ns0:nvSpPr>
          <ns0:cNvPr id="81" name="Shape 79"/>
          <ns0:cNvSpPr/>
          <ns0:nvPr/>
        </ns0:nvSpPr>
        <ns0:spPr>
          <ns1:xfrm rot="10800000">
            <ns1:off x="3136392" y="767410"/>
            <ns1:ext cx="68580" cy="68580"/>
          </ns1:xfrm>
          <ns1:prstGeom prst="triangle">
            <ns1:avLst/>
          </ns1:prstGeom>
          <ns1:solidFill>
            <ns1:srgbClr val="4472C4"/>
          </ns1:solidFill>
          <ns1:ln/>
        </ns0:spPr>
      </ns0:sp>
      <ns0:sp>
        <ns0:nvSpPr>
          <ns0:cNvPr id="82" name="Shape 80"/>
          <ns0:cNvSpPr/>
          <ns0:nvPr/>
        </ns0:nvSpPr>
        <ns0:spPr>
          <ns1:xfrm>
            <ns1:off x="1867662" y="468173"/>
            <ns1:ext cx="118872" cy="118872"/>
          </ns1:xfrm>
          <ns1:prstGeom prst="ellipse">
            <ns1:avLst/>
          </ns1:prstGeom>
          <ns1:solidFill>
            <ns1:srgbClr val="000000"/>
          </ns1:solidFill>
          <ns1:ln/>
        </ns0:spPr>
      </ns0:sp>
      <ns0:sp>
        <ns0:nvSpPr>
          <ns0:cNvPr id="83" name="Text 81"/>
          <ns0:cNvSpPr txBox="1"/>
          <ns0:nvPr/>
        </ns0:nvSpPr>
        <ns0:spPr>
          <ns1:xfrm>
            <ns1:off x="1867662" y="468173"/>
            <ns1:ext cx="118872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</ns1:t>
            </ns1:r>
            <ns1:endParaRPr lang="en-US" sz="600" dirty="0"/>
          </ns1:p>
        </ns0:txBody>
      </ns0:sp>
      <ns0:sp>
        <ns0:nvSpPr>
          <ns0:cNvPr id="84" name="Shape 82"/>
          <ns0:cNvSpPr/>
          <ns0:nvPr/>
        </ns0:nvSpPr>
        <ns0:spPr>
          <ns1:xfrm>
            <ns1:off x="1867662" y="694030"/>
            <ns1:ext cx="118872" cy="118872"/>
          </ns1:xfrm>
          <ns1:prstGeom prst="ellipse">
            <ns1:avLst/>
          </ns1:prstGeom>
          <ns1:solidFill>
            <ns1:srgbClr val="000000"/>
          </ns1:solidFill>
          <ns1:ln/>
        </ns0:spPr>
      </ns0:sp>
      <ns0:sp>
        <ns0:nvSpPr>
          <ns0:cNvPr id="85" name="Text 83"/>
          <ns0:cNvSpPr txBox="1"/>
          <ns0:nvPr/>
        </ns0:nvSpPr>
        <ns0:spPr>
          <ns1:xfrm>
            <ns1:off x="1867662" y="694030"/>
            <ns1:ext cx="118872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</ns1:t>
            </ns1:r>
            <ns1:endParaRPr lang="en-US" sz="600" dirty="0"/>
          </ns1:p>
        </ns0:txBody>
      </ns0:sp>
      <ns0:sp>
        <ns0:nvSpPr>
          <ns0:cNvPr id="86" name="Shape 84"/>
          <ns0:cNvSpPr/>
          <ns0:nvPr/>
        </ns0:nvSpPr>
        <ns0:spPr>
          <ns1:xfrm>
            <ns1:off x="3264408" y="13716"/>
            <ns1:ext cx="109728" cy="109728"/>
          </ns1:xfrm>
          <ns1:prstGeom prst="ellipse">
            <ns1:avLst/>
          </ns1:prstGeom>
          <ns1:solidFill>
            <ns1:srgbClr val="000000"/>
          </ns1:solidFill>
          <ns1:ln/>
        </ns0:spPr>
      </ns0:sp>
      <ns0:sp>
        <ns0:nvSpPr>
          <ns0:cNvPr id="87" name="Text 85"/>
          <ns0:cNvSpPr txBox="1"/>
          <ns0:nvPr/>
        </ns0:nvSpPr>
        <ns0:spPr>
          <ns1:xfrm>
            <ns1:off x="3264408" y="13716"/>
            <ns1:ext cx="109728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</ns1:t>
            </ns1:r>
            <ns1:endParaRPr lang="en-US" sz="600" dirty="0"/>
          </ns1:p>
        </ns0:txBody>
      </ns0:sp>
      <ns0:sp>
        <ns0:nvSpPr>
          <ns0:cNvPr id="88" name="Text 86"/>
          <ns0:cNvSpPr txBox="1"/>
          <ns0:nvPr/>
        </ns0:nvSpPr>
        <ns0:spPr>
          <ns1:xfrm>
            <ns1:off x="2263140" y="18288"/>
            <ns1:ext cx="987552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65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result still carries identity </ns1:t>
            </ns1:r>
            <ns1:pPr algn="r" indent="0" marL="0">
              <ns1:buNone/>
            </ns1:pPr>
            <ns1:r>
              <ns1:rPr lang="en-US" sz="650" b="1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endParaRPr lang="en-US" sz="650" dirty="0"/>
          </ns1:p>
        </ns0:txBody>
      </ns0:sp>
      <ns0:sp>
        <ns0:nvSpPr>
          <ns0:cNvPr id="89" name="Shape 87"/>
          <ns0:cNvSpPr/>
          <ns0:nvPr/>
        </ns0:nvSpPr>
        <ns0:spPr>
          <ns1:xfrm>
            <ns1:off x="1499616" y="844677"/>
            <ns1:ext cx="1883664" cy="247574"/>
          </ns1:xfrm>
          <ns1:prstGeom prst="roundRect">
            <ns1:avLst>
              <ns1:gd name="adj" fmla="val 18467"/>
            </ns1:avLst>
          </ns1:prstGeom>
          <ns1:solidFill>
            <ns1:srgbClr val="5B9BD5"/>
          </ns1:solidFill>
          <ns1:ln/>
        </ns0:spPr>
      </ns0:sp>
      <ns0:sp>
        <ns0:nvSpPr>
          <ns0:cNvPr id="90" name="Text 88"/>
          <ns0:cNvSpPr txBox="1"/>
          <ns0:nvPr/>
        </ns0:nvSpPr>
        <ns0:spPr>
          <ns1:xfrm>
            <ns1:off x="1499616" y="853364"/>
            <ns1:ext cx="1883664" cy="23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5000"/>
              </ns1:lnSpc>
              <ns1:buNone/>
            </ns1:pPr>
            <ns1:r>
              <ns1:rPr lang="en-US" sz="90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BIM runtime</ns1:t>
            </ns1:r>
            <ns1:endParaRPr lang="en-US" sz="700" dirty="0"/>
          </ns1:p>
          <ns1:p>
            <ns1:pPr algn="ctr" indent="0" marL="0">
              <ns1:lnSpc>
                <ns1:spcPct val="95000"/>
              </ns1:lnSpc>
              <ns1:buNone/>
            </ns1:pPr>
            <ns1:r>
              <ns1:rPr lang="en-US" sz="620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track frames · hold borrows · reuse slots</ns1:t>
            </ns1:r>
            <ns1:endParaRPr lang="en-US" sz="700" dirty="0"/>
          </ns1:p>
        </ns0:txBody>
      </ns0:sp>
      <ns0:sp>
        <ns0:nvSpPr>
          <ns0:cNvPr id="91" name="Shape 89"/>
          <ns0:cNvSpPr/>
          <ns0:nvPr/>
        </ns0:nvSpPr>
        <ns0:spPr>
          <ns1:xfrm>
            <ns1:off x="2057400" y="1100938"/>
            <ns1:ext cx="0" cy="163220"/>
          </ns1:xfrm>
          <ns1:prstGeom prst="line">
            <ns1:avLst/>
          </ns1:prstGeom>
          <ns1:noFill/>
          <ns1:ln w="19050">
            <ns1:solidFill>
              <ns1:srgbClr val="4472C4"/>
            </ns1:solidFill>
            <ns1:prstDash val="solid"/>
          </ns1:ln>
        </ns0:spPr>
      </ns0:sp>
      <ns0:sp>
        <ns0:nvSpPr>
          <ns0:cNvPr id="92" name="Shape 90"/>
          <ns0:cNvSpPr/>
          <ns0:nvPr/>
        </ns0:nvSpPr>
        <ns0:spPr>
          <ns1:xfrm rot="10800000">
            <ns1:off x="2023110" y="1253871"/>
            <ns1:ext cx="68580" cy="68580"/>
          </ns1:xfrm>
          <ns1:prstGeom prst="triangle">
            <ns1:avLst/>
          </ns1:prstGeom>
          <ns1:solidFill>
            <ns1:srgbClr val="4472C4"/>
          </ns1:solidFill>
          <ns1:ln/>
        </ns0:spPr>
      </ns0:sp>
      <ns0:sp>
        <ns0:nvSpPr>
          <ns0:cNvPr id="93" name="Shape 91"/>
          <ns0:cNvSpPr/>
          <ns0:nvPr/>
        </ns0:nvSpPr>
        <ns0:spPr>
          <ns1:xfrm>
            <ns1:off x="2121408" y="1179119"/>
            <ns1:ext cx="69494" cy="66020"/>
          </ns1:xfrm>
          <ns1:prstGeom prst="rect">
            <ns1:avLst/>
          </ns1:prstGeom>
          <ns1:solidFill>
            <ns1:srgbClr val="70AD47"/>
          </ns1:solidFill>
          <ns1:ln/>
        </ns0:spPr>
      </ns0:sp>
      <ns0:sp>
        <ns0:nvSpPr>
          <ns0:cNvPr id="94" name="Text 92"/>
          <ns0:cNvSpPr txBox="1"/>
          <ns0:nvPr/>
        </ns0:nvSpPr>
        <ns0:spPr>
          <ns1:xfrm>
            <ns1:off x="2121408" y="1179119"/>
            <ns1:ext cx="69494" cy="6602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55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</ns1:t>
            </ns1:r>
            <ns1:endParaRPr lang="en-US" sz="550" dirty="0"/>
          </ns1:p>
        </ns0:txBody>
      </ns0:sp>
      <ns0:sp>
        <ns0:nvSpPr>
          <ns0:cNvPr id="95" name="Shape 93"/>
          <ns0:cNvSpPr/>
          <ns0:nvPr/>
        </ns0:nvSpPr>
        <ns0:spPr>
          <ns1:xfrm>
            <ns1:off x="2203704" y="1179119"/>
            <ns1:ext cx="69494" cy="66020"/>
          </ns1:xfrm>
          <ns1:prstGeom prst="rect">
            <ns1:avLst/>
          </ns1:prstGeom>
          <ns1:solidFill>
            <ns1:srgbClr val="70AD47"/>
          </ns1:solidFill>
          <ns1:ln/>
        </ns0:spPr>
      </ns0:sp>
      <ns0:sp>
        <ns0:nvSpPr>
          <ns0:cNvPr id="96" name="Text 94"/>
          <ns0:cNvSpPr txBox="1"/>
          <ns0:nvPr/>
        </ns0:nvSpPr>
        <ns0:spPr>
          <ns1:xfrm>
            <ns1:off x="2203704" y="1179119"/>
            <ns1:ext cx="69494" cy="6602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55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</ns1:t>
            </ns1:r>
            <ns1:endParaRPr lang="en-US" sz="550" dirty="0"/>
          </ns1:p>
        </ns0:txBody>
      </ns0:sp>
      <ns0:sp>
        <ns0:nvSpPr>
          <ns0:cNvPr id="97" name="Text 95"/>
          <ns0:cNvSpPr txBox="1"/>
          <ns0:nvPr/>
        </ns0:nvSpPr>
        <ns0:spPr>
          <ns1:xfrm>
            <ns1:off x="2295144" y="1170432"/>
            <ns1:ext cx="1280160" cy="8686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2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 </ns1:t>
            </ns1:r>
            <ns1:pPr indent="0" marL="0">
              <ns1:buNone/>
            </ns1:pPr>
            <ns1:r>
              <ns1:rPr lang="en-US" sz="620" i="1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pPr indent="0" marL="0">
              <ns1:buNone/>
            </ns1:pPr>
            <ns1:r>
              <ns1:rPr lang="en-US" sz="62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 through a mapped view (CUDA IPC)</ns1:t>
            </ns1:r>
            <ns1:endParaRPr lang="en-US" sz="620" dirty="0"/>
          </ns1:p>
        </ns0:txBody>
      </ns0:sp>
      <ns0:sp>
        <ns0:nvSpPr>
          <ns0:cNvPr id="98" name="Shape 96"/>
          <ns0:cNvSpPr/>
          <ns0:nvPr/>
        </ns0:nvSpPr>
        <ns0:spPr>
          <ns1:xfrm>
            <ns1:off x="1517904" y="1331138"/>
            <ns1:ext cx="1865376" cy="321412"/>
          </ns1:xfrm>
          <ns1:prstGeom prst="roundRect">
            <ns1:avLst>
              <ns1:gd name="adj" fmla="val 11380"/>
            </ns1:avLst>
          </ns1:prstGeom>
          <ns1:solidFill>
            <ns1:srgbClr val="FFFFFF"/>
          </ns1:solidFill>
          <ns1:ln w="9525">
            <ns1:solidFill>
              <ns1:srgbClr val="404040"/>
            </ns1:solidFill>
            <ns1:prstDash val="solid"/>
          </ns1:ln>
        </ns0:spPr>
      </ns0:sp>
      <ns0:sp>
        <ns0:nvSpPr>
          <ns0:cNvPr id="99" name="Shape 97"/>
          <ns0:cNvSpPr/>
          <ns0:nvPr/>
        </ns0:nvSpPr>
        <ns0:spPr>
          <ns1:xfrm>
            <ns1:off x="1563624" y="1357198"/>
            <ns1:ext cx="1133856" cy="269291"/>
          </ns1:xfrm>
          <ns1:prstGeom prst="roundRect">
            <ns1:avLst>
              <ns1:gd name="adj" fmla="val 6791"/>
            </ns1:avLst>
          </ns1:prstGeom>
          <ns1:solidFill>
            <ns1:srgbClr val="FFE699"/>
          </ns1:solidFill>
          <ns1:ln w="9525">
            <ns1:solidFill>
              <ns1:srgbClr val="BF9000"/>
            </ns1:solidFill>
            <ns1:prstDash val="solid"/>
          </ns1:ln>
        </ns0:spPr>
      </ns0:sp>
      <ns0:sp>
        <ns0:nvSpPr>
          <ns0:cNvPr id="100" name="Text 98"/>
          <ns0:cNvSpPr txBox="1"/>
          <ns0:nvPr/>
        </ns0:nvSpPr>
        <ns0:spPr>
          <ns1:xfrm>
            <ns1:off x="1563624" y="1361542"/>
            <ns1:ext cx="1133856" cy="2606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5000"/>
              </ns1:lnSpc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slot 0: frame </ns1:t>
            </ns1:r>
            <ns1:pPr algn="ctr" indent="0" marL="0">
              <ns1:lnSpc>
                <ns1:spcPct val="95000"/>
              </ns1:lnSpc>
              <ns1:buNone/>
            </ns1:pPr>
            <ns1:r>
              <ns1:rPr lang="en-US" sz="70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endParaRPr lang="en-US" sz="700" dirty="0"/>
          </ns1:p>
          <ns1:p>
            <ns1:pPr algn="ctr" indent="0" marL="0">
              <ns1:lnSpc>
                <ns1:spcPct val="95000"/>
              </ns1:lnSpc>
              <ns1:buNone/>
            </ns1:pPr>
            <ns1:r>
              <ns1:rPr lang="en-US" sz="600" dirty="0">
                <ns1:solidFill>
                  <ns1:srgbClr val="7F7F7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1×512×180×180 fp32 · 63.3 MiB</ns1:t>
            </ns1:r>
            <ns1:endParaRPr lang="en-US" sz="700" dirty="0"/>
          </ns1:p>
        </ns0:txBody>
      </ns0:sp>
      <ns0:sp>
        <ns0:nvSpPr>
          <ns0:cNvPr id="101" name="Shape 99"/>
          <ns0:cNvSpPr/>
          <ns0:nvPr/>
        </ns0:nvSpPr>
        <ns0:spPr>
          <ns1:xfrm>
            <ns1:off x="2743200" y="1357198"/>
            <ns1:ext cx="594360" cy="269291"/>
          </ns1:xfrm>
          <ns1:prstGeom prst="roundRect">
            <ns1:avLst>
              <ns1:gd name="adj" fmla="val 6791"/>
            </ns1:avLst>
          </ns1:prstGeom>
          <ns1:solidFill>
            <ns1:srgbClr val="FFFFFF"/>
          </ns1:solidFill>
          <ns1:ln w="9525">
            <ns1:solidFill>
              <ns1:srgbClr val="A6A6A6"/>
            </ns1:solidFill>
            <ns1:prstDash val="dash"/>
          </ns1:ln>
        </ns0:spPr>
      </ns0:sp>
      <ns0:sp>
        <ns0:nvSpPr>
          <ns0:cNvPr id="102" name="Text 100"/>
          <ns0:cNvSpPr txBox="1"/>
          <ns0:nvPr/>
        </ns0:nvSpPr>
        <ns0:spPr>
          <ns1:xfrm>
            <ns1:off x="2743200" y="1361542"/>
            <ns1:ext cx="594360" cy="2606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5000"/>
              </ns1:lnSpc>
              <ns1:buNone/>
            </ns1:pPr>
            <ns1:r>
              <ns1:rPr lang="en-US" sz="650" dirty="0">
                <ns1:solidFill>
                  <ns1:srgbClr val="7F7F7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slot 1</ns1:t>
            </ns1:r>
            <ns1:endParaRPr lang="en-US" sz="700" dirty="0"/>
          </ns1:p>
          <ns1:p>
            <ns1:pPr algn="ctr" indent="0" marL="0">
              <ns1:lnSpc>
                <ns1:spcPct val="95000"/>
              </ns1:lnSpc>
              <ns1:buNone/>
            </ns1:pPr>
            <ns1:r>
              <ns1:rPr lang="en-US" sz="600" dirty="0">
                <ns1:solidFill>
                  <ns1:srgbClr val="7F7F7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optional</ns1:t>
            </ns1:r>
            <ns1:endParaRPr lang="en-US" sz="700" dirty="0"/>
          </ns1:p>
        </ns0:txBody>
      </ns0:sp>
      <ns0:sp>
        <ns0:nvSpPr>
          <ns0:cNvPr id="103" name="Shape 101"/>
          <ns0:cNvSpPr/>
          <ns0:nvPr/>
        </ns0:nvSpPr>
        <ns0:spPr>
          <ns1:xfrm>
            <ns1:off x="1536192" y="1675638"/>
            <ns1:ext cx="118872" cy="118872"/>
          </ns1:xfrm>
          <ns1:prstGeom prst="ellipse">
            <ns1:avLst/>
          </ns1:prstGeom>
          <ns1:solidFill>
            <ns1:srgbClr val="000000"/>
          </ns1:solidFill>
          <ns1:ln/>
        </ns0:spPr>
      </ns0:sp>
      <ns0:sp>
        <ns0:nvSpPr>
          <ns0:cNvPr id="104" name="Text 102"/>
          <ns0:cNvSpPr txBox="1"/>
          <ns0:nvPr/>
        </ns0:nvSpPr>
        <ns0:spPr>
          <ns1:xfrm>
            <ns1:off x="1536192" y="1675638"/>
            <ns1:ext cx="118872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</ns1:t>
            </ns1:r>
            <ns1:endParaRPr lang="en-US" sz="600" dirty="0"/>
          </ns1:p>
        </ns0:txBody>
      </ns0:sp>
      <ns0:sp>
        <ns0:nvSpPr>
          <ns0:cNvPr id="105" name="Text 103"/>
          <ns0:cNvSpPr txBox="1"/>
          <ns0:nvPr/>
        </ns0:nvSpPr>
        <ns0:spPr>
          <ns1:xfrm>
            <ns1:off x="1673352" y="1687297"/>
            <ns1:ext cx="1737360" cy="95555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5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slot 0 now stores </ns1:t>
            </ns1:r>
            <ns1:pPr indent="0" marL="0">
              <ns1:buNone/>
            </ns1:pPr>
            <ns1:r>
              <ns1:rPr lang="en-US" sz="650" b="1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pPr indent="0" marL="0">
              <ns1:buNone/>
            </ns1:pPr>
            <ns1:r>
              <ns1:rPr lang="en-US" sz="65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+1: every borrow returned</ns1:t>
            </ns1:r>
            <ns1:endParaRPr lang="en-US" sz="650" dirty="0"/>
          </ns1:p>
        </ns0:txBody>
      </ns0:sp>
      <ns0:sp>
        <ns0:nvSpPr>
          <ns0:cNvPr id="106" name="Shape 104"/>
          <ns0:cNvSpPr/>
          <ns0:nvPr/>
        </ns0:nvSpPr>
        <ns0:spPr>
          <ns1:xfrm>
            <ns1:off x="73152" y="1596085"/>
            <ns1:ext cx="69494" cy="66020"/>
          </ns1:xfrm>
          <ns1:prstGeom prst="rect">
            <ns1:avLst/>
          </ns1:prstGeom>
          <ns1:solidFill>
            <ns1:srgbClr val="70AD47"/>
          </ns1:solidFill>
          <ns1:ln/>
        </ns0:spPr>
      </ns0:sp>
      <ns0:sp>
        <ns0:nvSpPr>
          <ns0:cNvPr id="107" name="Text 105"/>
          <ns0:cNvSpPr txBox="1"/>
          <ns0:nvPr/>
        </ns0:nvSpPr>
        <ns0:spPr>
          <ns1:xfrm>
            <ns1:off x="73152" y="1596085"/>
            <ns1:ext cx="69494" cy="6602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endParaRPr lang="en-US" sz="550" dirty="0"/>
          </ns1:p>
        </ns0:txBody>
      </ns0:sp>
      <ns0:sp>
        <ns0:nvSpPr>
          <ns0:cNvPr id="108" name="Text 106"/>
          <ns0:cNvSpPr txBox="1"/>
          <ns0:nvPr/>
        </ns0:nvSpPr>
        <ns0:spPr>
          <ns1:xfrm>
            <ns1:off x="164592" y="1578712"/>
            <ns1:ext cx="777240" cy="95555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0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pending reader (enrolled)</ns1:t>
            </ns1:r>
            <ns1:endParaRPr lang="en-US" sz="600" dirty="0"/>
          </ns1:p>
        </ns0:txBody>
      </ns0:sp>
      <ns0:sp>
        <ns0:nvSpPr>
          <ns0:cNvPr id="109" name="Shape 107"/>
          <ns0:cNvSpPr/>
          <ns0:nvPr/>
        </ns0:nvSpPr>
        <ns0:spPr>
          <ns1:xfrm>
            <ns1:off x="62179" y="1704990"/>
            <ns1:ext cx="91440" cy="91440"/>
          </ns1:xfrm>
          <ns1:prstGeom prst="ellipse">
            <ns1:avLst/>
          </ns1:prstGeom>
          <ns1:solidFill>
            <ns1:srgbClr val="000000"/>
          </ns1:solidFill>
          <ns1:ln/>
        </ns0:spPr>
      </ns0:sp>
      <ns0:sp>
        <ns0:nvSpPr>
          <ns0:cNvPr id="110" name="Text 108"/>
          <ns0:cNvSpPr txBox="1"/>
          <ns0:nvPr/>
        </ns0:nvSpPr>
        <ns0:spPr>
          <ns1:xfrm>
            <ns1:off x="62179" y="1704990"/>
            <ns1:ext cx="9144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</ns1:t>
            </ns1:r>
            <ns1:endParaRPr lang="en-US" sz="600" dirty="0"/>
          </ns1:p>
        </ns0:txBody>
      </ns0:sp>
      <ns0:sp>
        <ns0:nvSpPr>
          <ns0:cNvPr id="111" name="Text 109"/>
          <ns0:cNvSpPr txBox="1"/>
          <ns0:nvPr/>
        </ns0:nvSpPr>
        <ns0:spPr>
          <ns1:xfrm>
            <ns1:off x="164592" y="1700327"/>
            <ns1:ext cx="502920" cy="95555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0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enroll readers</ns1:t>
            </ns1:r>
            <ns1:endParaRPr lang="en-US" sz="600" dirty="0"/>
          </ns1:p>
        </ns0:txBody>
      </ns0:sp>
      <ns0:sp>
        <ns0:nvSpPr>
          <ns0:cNvPr id="112" name="Shape 110"/>
          <ns0:cNvSpPr/>
          <ns0:nvPr/>
        </ns0:nvSpPr>
        <ns0:spPr>
          <ns1:xfrm>
            <ns1:off x="644652" y="1704990"/>
            <ns1:ext cx="91440" cy="91440"/>
          </ns1:xfrm>
          <ns1:prstGeom prst="ellipse">
            <ns1:avLst/>
          </ns1:prstGeom>
          <ns1:solidFill>
            <ns1:srgbClr val="000000"/>
          </ns1:solidFill>
          <ns1:ln/>
        </ns0:spPr>
      </ns0:sp>
      <ns0:sp>
        <ns0:nvSpPr>
          <ns0:cNvPr id="113" name="Text 111"/>
          <ns0:cNvSpPr txBox="1"/>
          <ns0:nvPr/>
        </ns0:nvSpPr>
        <ns0:spPr>
          <ns1:xfrm>
            <ns1:off x="644652" y="1704990"/>
            <ns1:ext cx="9144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</ns1:t>
            </ns1:r>
            <ns1:endParaRPr lang="en-US" sz="600" dirty="0"/>
          </ns1:p>
        </ns0:txBody>
      </ns0:sp>
      <ns0:sp>
        <ns0:nvSpPr>
          <ns0:cNvPr id="114" name="Text 112"/>
          <ns0:cNvSpPr txBox="1"/>
          <ns0:nvPr/>
        </ns0:nvSpPr>
        <ns0:spPr>
          <ns1:xfrm>
            <ns1:off x="745236" y="1700327"/>
            <ns1:ext cx="502920" cy="95555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0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return borrow</ns1:t>
            </ns1:r>
            <ns1:endParaRPr lang="en-US" sz="600" dirty="0"/>
          </ns1:p>
        </ns0:txBody>
      </ns0:sp>
      <ns0:sp>
        <ns0:nvSpPr>
          <ns0:cNvPr id="115" name="Text 113"/>
          <ns0:cNvSpPr txBox="1"/>
          <ns0:nvPr/>
        </ns0:nvSpPr>
        <ns0:spPr>
          <ns1:xfrm>
            <ns1:off x="3474720" y="197510"/>
            <ns1:ext cx="548640" cy="138989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900" dirty="0">
                <ns1:solidFill>
                  <ns1:srgbClr val="ED7D3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Processes</ns1:t>
            </ns1:r>
            <ns1:endParaRPr lang="en-US" sz="900" dirty="0"/>
          </ns1:p>
        </ns0:txBody>
      </ns0:sp>
      <ns0:sp>
        <ns0:nvSpPr>
          <ns0:cNvPr id="116" name="Text 114"/>
          <ns0:cNvSpPr txBox="1"/>
          <ns0:nvPr/>
        </ns0:nvSpPr>
        <ns0:spPr>
          <ns1:xfrm>
            <ns1:off x="3474720" y="327812"/>
            <ns1:ext cx="548640" cy="8686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30" dirty="0">
                <ns1:solidFill>
                  <ns1:srgbClr val="ED7D3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example roles</ns1:t>
            </ns1:r>
            <ns1:endParaRPr lang="en-US" sz="630" dirty="0"/>
          </ns1:p>
        </ns0:txBody>
      </ns0:sp>
      <ns0:sp>
        <ns0:nvSpPr>
          <ns0:cNvPr id="117" name="Text 115"/>
          <ns0:cNvSpPr txBox="1"/>
          <ns0:nvPr/>
        </ns0:nvSpPr>
        <ns0:spPr>
          <ns1:xfrm>
            <ns1:off x="3474720" y="840334"/>
            <ns1:ext cx="548640" cy="2606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lnSpc>
                <ns1:spcPct val="90000"/>
              </ns1:lnSpc>
              <ns1:buNone/>
            </ns1:pPr>
            <ns1:r>
              <ns1:rPr lang="en-US" sz="9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BIM +</ns1:t>
            </ns1:r>
            <ns1:endParaRPr lang="en-US" sz="900" dirty="0"/>
          </ns1:p>
          <ns1:p>
            <ns1:pPr indent="0" marL="0">
              <ns1:lnSpc>
                <ns1:spcPct val="90000"/>
              </ns1:lnSpc>
              <ns1:buNone/>
            </ns1:pPr>
            <ns1:r>
              <ns1:rPr lang="en-US" sz="90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ReadSeal</ns1:t>
            </ns1:r>
            <ns1:endParaRPr lang="en-US" sz="900" dirty="0"/>
          </ns1:p>
        </ns0:txBody>
      </ns0:sp>
      <ns0:sp>
        <ns0:nvSpPr>
          <ns0:cNvPr id="118" name="Text 116"/>
          <ns0:cNvSpPr txBox="1"/>
          <ns0:nvPr/>
        </ns0:nvSpPr>
        <ns0:spPr>
          <ns1:xfrm>
            <ns1:off x="3474720" y="1422349"/>
            <ns1:ext cx="548640" cy="138989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900" dirty="0">
                <ns1:solidFill>
                  <ns1:srgbClr val="70AD4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GPU</ns1:t>
            </ns1:r>
            <ns1:endParaRPr lang="en-US" sz="900" dirty="0"/>
          </ns1:p>
        </ns0:txBody>
      </ns0:sp>
      <ns0:sp>
        <ns0:nvSpPr>
          <ns0:cNvPr id="119" name="Text 117"/>
          <ns0:cNvSpPr txBox="1"/>
          <ns0:nvPr/>
        </ns0:nvSpPr>
        <ns0:spPr>
          <ns1:xfrm>
            <ns1:off x="4133088" y="9144"/>
            <ns1:ext cx="621792" cy="21854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lnSpc>
                <ns1:spcPct val="88000"/>
              </ns1:lnSpc>
              <ns1:buNone/>
            </ns1:pPr>
            <ns1:r>
              <ns1:rPr lang="en-US" sz="75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</ns1:t>
            </ns1:r>
            <ns1:endParaRPr lang="en-US" sz="700" dirty="0"/>
          </ns1:p>
          <ns1:p>
            <ns1:pPr algn="r" indent="0" marL="0">
              <ns1:lnSpc>
                <ns1:spcPct val="88000"/>
              </ns1:lnSpc>
              <ns1:buNone/>
            </ns1:pPr>
            <ns1:r>
              <ns1:rPr lang="en-US" sz="60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TensorRT engine</ns1:t>
            </ns1:r>
            <ns1:endParaRPr lang="en-US" sz="700" dirty="0"/>
          </ns1:p>
        </ns0:txBody>
      </ns0:sp>
      <ns0:sp>
        <ns0:nvSpPr>
          <ns0:cNvPr id="120" name="Text 118"/>
          <ns0:cNvSpPr txBox="1"/>
          <ns0:nvPr/>
        </ns0:nvSpPr>
        <ns0:spPr>
          <ns1:xfrm>
            <ns1:off x="4133088" y="210312"/>
            <ns1:ext cx="621792" cy="21717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lnSpc>
                <ns1:spcPct val="88000"/>
              </ns1:lnSpc>
              <ns1:buNone/>
            </ns1:pPr>
            <ns1:r>
              <ns1:rPr lang="en-US" sz="75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</ns1:t>
            </ns1:r>
            <ns1:endParaRPr lang="en-US" sz="700" dirty="0"/>
          </ns1:p>
          <ns1:p>
            <ns1:pPr algn="r" indent="0" marL="0">
              <ns1:lnSpc>
                <ns1:spcPct val="88000"/>
              </ns1:lnSpc>
              <ns1:buNone/>
            </ns1:pPr>
            <ns1:r>
              <ns1:rPr lang="en-US" sz="60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exported graph</ns1:t>
            </ns1:r>
            <ns1:endParaRPr lang="en-US" sz="700" dirty="0"/>
          </ns1:p>
        </ns0:txBody>
      </ns0:sp>
      <ns0:sp>
        <ns0:nvSpPr>
          <ns0:cNvPr id="121" name="Shape 119"/>
          <ns0:cNvSpPr/>
          <ns0:nvPr/>
        </ns0:nvSpPr>
        <ns0:spPr>
          <ns1:xfrm>
            <ns1:off x="4809744" y="45263"/>
            <ns1:ext cx="264810" cy="147676"/>
          </ns1:xfrm>
          <ns1:prstGeom prst="rect">
            <ns1:avLst/>
          </ns1:prstGeom>
          <ns1:solidFill>
            <ns1:srgbClr val="A9D18E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22" name="Text 120"/>
          <ns0:cNvSpPr txBox="1"/>
          <ns0:nvPr/>
        </ns0:nvSpPr>
        <ns0:spPr>
          <ns1:xfrm>
            <ns1:off x="4809744" y="45263"/>
            <ns1:ext cx="264810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 </ns1:t>
            </ns1:r>
            <ns1:pPr algn="ctr" indent="0" marL="0">
              <ns1:buNone/>
            </ns1:pPr>
            <ns1:r>
              <ns1:rPr lang="en-US" sz="65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endParaRPr lang="en-US" sz="650" dirty="0"/>
          </ns1:p>
        </ns0:txBody>
      </ns0:sp>
      <ns0:sp>
        <ns0:nvSpPr>
          <ns0:cNvPr id="123" name="Shape 121"/>
          <ns0:cNvSpPr/>
          <ns0:nvPr/>
        </ns0:nvSpPr>
        <ns0:spPr>
          <ns1:xfrm>
            <ns1:off x="5074554" y="45263"/>
            <ns1:ext cx="430317" cy="147676"/>
          </ns1:xfrm>
          <ns1:prstGeom prst="rect">
            <ns1:avLst/>
          </ns1:prstGeom>
          <ns1:solidFill>
            <ns1:srgbClr val="9DC3E6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24" name="Text 122"/>
          <ns0:cNvSpPr txBox="1"/>
          <ns0:nvPr/>
        </ns0:nvSpPr>
        <ns0:spPr>
          <ns1:xfrm>
            <ns1:off x="5074554" y="45263"/>
            <ns1:ext cx="430317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private</ns1:t>
            </ns1:r>
            <ns1:endParaRPr lang="en-US" sz="650" dirty="0"/>
          </ns1:p>
        </ns0:txBody>
      </ns0:sp>
      <ns0:sp>
        <ns0:nvSpPr>
          <ns0:cNvPr id="125" name="Shape 123"/>
          <ns0:cNvSpPr/>
          <ns0:nvPr/>
        </ns0:nvSpPr>
        <ns0:spPr>
          <ns1:xfrm>
            <ns1:off x="4809744" y="245059"/>
            <ns1:ext cx="546171" cy="147676"/>
          </ns1:xfrm>
          <ns1:prstGeom prst="rect">
            <ns1:avLst/>
          </ns1:prstGeom>
          <ns1:solidFill>
            <ns1:srgbClr val="FFFFFF"/>
          </ns1:solidFill>
          <ns1:ln w="7620">
            <ns1:solidFill>
              <ns1:srgbClr val="7F7F7F"/>
            </ns1:solidFill>
            <ns1:prstDash val="dash"/>
          </ns1:ln>
        </ns0:spPr>
      </ns0:sp>
      <ns0:sp>
        <ns0:nvSpPr>
          <ns0:cNvPr id="126" name="Text 124"/>
          <ns0:cNvSpPr txBox="1"/>
          <ns0:nvPr/>
        </ns0:nvSpPr>
        <ns0:spPr>
          <ns1:xfrm>
            <ns1:off x="4809744" y="245059"/>
            <ns1:ext cx="546171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7F7F7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not yet submitted</ns1:t>
            </ns1:r>
            <ns1:endParaRPr lang="en-US" sz="600" dirty="0"/>
          </ns1:p>
        </ns0:txBody>
      </ns0:sp>
      <ns0:sp>
        <ns0:nvSpPr>
          <ns0:cNvPr id="127" name="Shape 125"/>
          <ns0:cNvSpPr/>
          <ns0:nvPr/>
        </ns0:nvSpPr>
        <ns0:spPr>
          <ns1:xfrm>
            <ns1:off x="5355915" y="245059"/>
            <ns1:ext cx="264810" cy="147676"/>
          </ns1:xfrm>
          <ns1:prstGeom prst="rect">
            <ns1:avLst/>
          </ns1:prstGeom>
          <ns1:solidFill>
            <ns1:srgbClr val="A9D18E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28" name="Text 126"/>
          <ns0:cNvSpPr txBox="1"/>
          <ns0:nvPr/>
        </ns0:nvSpPr>
        <ns0:spPr>
          <ns1:xfrm>
            <ns1:off x="5355915" y="245059"/>
            <ns1:ext cx="264810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 </ns1:t>
            </ns1:r>
            <ns1:pPr algn="ctr" indent="0" marL="0">
              <ns1:buNone/>
            </ns1:pPr>
            <ns1:r>
              <ns1:rPr lang="en-US" sz="65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endParaRPr lang="en-US" sz="650" dirty="0"/>
          </ns1:p>
        </ns0:txBody>
      </ns0:sp>
      <ns0:sp>
        <ns0:nvSpPr>
          <ns0:cNvPr id="129" name="Shape 127"/>
          <ns0:cNvSpPr/>
          <ns0:nvPr/>
        </ns0:nvSpPr>
        <ns0:spPr>
          <ns1:xfrm>
            <ns1:off x="5620725" y="245059"/>
            <ns1:ext cx="562722" cy="147676"/>
          </ns1:xfrm>
          <ns1:prstGeom prst="rect">
            <ns1:avLst/>
          </ns1:prstGeom>
          <ns1:solidFill>
            <ns1:srgbClr val="9DC3E6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30" name="Text 128"/>
          <ns0:cNvSpPr txBox="1"/>
          <ns0:nvPr/>
        </ns0:nvSpPr>
        <ns0:spPr>
          <ns1:xfrm>
            <ns1:off x="5620725" y="245059"/>
            <ns1:ext cx="562722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private suffix</ns1:t>
            </ns1:r>
            <ns1:endParaRPr lang="en-US" sz="650" dirty="0"/>
          </ns1:p>
        </ns0:txBody>
      </ns0:sp>
      <ns0:sp>
        <ns0:nvSpPr>
          <ns0:cNvPr id="131" name="Text 129"/>
          <ns0:cNvSpPr txBox="1"/>
          <ns0:nvPr/>
        </ns0:nvSpPr>
        <ns0:spPr>
          <ns1:xfrm>
            <ns1:off x="6193048" y="245059"/>
            <ns1:ext cx="146304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•••</ns1:t>
            </ns1:r>
            <ns1:endParaRPr lang="en-US" sz="600" dirty="0"/>
          </ns1:p>
        </ns0:txBody>
      </ns0:sp>
      <ns0:sp>
        <ns0:nvSpPr>
          <ns0:cNvPr id="132" name="Shape 130"/>
          <ns0:cNvSpPr/>
          <ns0:nvPr/>
        </ns0:nvSpPr>
        <ns0:spPr>
          <ns1:xfrm>
            <ns1:off x="6315852" y="245059"/>
            <ns1:ext cx="148956" cy="147676"/>
          </ns1:xfrm>
          <ns1:prstGeom prst="rect">
            <ns1:avLst/>
          </ns1:prstGeom>
          <ns1:solidFill>
            <ns1:srgbClr val="9DC3E6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33" name="Text 131"/>
          <ns0:cNvSpPr txBox="1"/>
          <ns0:nvPr/>
        </ns0:nvSpPr>
        <ns0:spPr>
          <ns1:xfrm>
            <ns1:off x="4809744" y="401422"/>
            <ns1:ext cx="1655064" cy="8686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20" dirty="0">
                <ns1:solidFill>
                  <ns1:srgbClr val="54823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storage lifetime: until the last read completes</ns1:t>
            </ns1:r>
            <ns1:endParaRPr lang="en-US" sz="620" dirty="0"/>
          </ns1:p>
        </ns0:txBody>
      </ns0:sp>
      <ns0:sp>
        <ns0:nvSpPr>
          <ns0:cNvPr id="134" name="Shape 132"/>
          <ns0:cNvSpPr/>
          <ns0:nvPr/>
        </ns0:nvSpPr>
        <ns0:spPr>
          <ns1:xfrm>
            <ns1:off x="4809744" y="505663"/>
            <ns1:ext cx="810981" cy="0"/>
          </ns1:xfrm>
          <ns1:prstGeom prst="line">
            <ns1:avLst/>
          </ns1:prstGeom>
          <ns1:noFill/>
          <ns1:ln w="12700">
            <ns1:solidFill>
              <ns1:srgbClr val="548235"/>
            </ns1:solidFill>
            <ns1:prstDash val="solid"/>
          </ns1:ln>
        </ns0:spPr>
      </ns0:sp>
      <ns0:sp>
        <ns0:nvSpPr>
          <ns0:cNvPr id="135" name="Shape 133"/>
          <ns0:cNvSpPr/>
          <ns0:nvPr/>
        </ns0:nvSpPr>
        <ns0:spPr>
          <ns1:xfrm>
            <ns1:off x="4809744" y="479603"/>
            <ns1:ext cx="0" cy="52121"/>
          </ns1:xfrm>
          <ns1:prstGeom prst="line">
            <ns1:avLst/>
          </ns1:prstGeom>
          <ns1:noFill/>
          <ns1:ln w="12700">
            <ns1:solidFill>
              <ns1:srgbClr val="548235"/>
            </ns1:solidFill>
            <ns1:prstDash val="solid"/>
          </ns1:ln>
        </ns0:spPr>
      </ns0:sp>
      <ns0:sp>
        <ns0:nvSpPr>
          <ns0:cNvPr id="136" name="Shape 134"/>
          <ns0:cNvSpPr/>
          <ns0:nvPr/>
        </ns0:nvSpPr>
        <ns0:spPr>
          <ns1:xfrm>
            <ns1:off x="5620725" y="479603"/>
            <ns1:ext cx="0" cy="52121"/>
          </ns1:xfrm>
          <ns1:prstGeom prst="line">
            <ns1:avLst/>
          </ns1:prstGeom>
          <ns1:noFill/>
          <ns1:ln w="12700">
            <ns1:solidFill>
              <ns1:srgbClr val="548235"/>
            </ns1:solidFill>
            <ns1:prstDash val="solid"/>
          </ns1:ln>
        </ns0:spPr>
      </ns0:sp>
      <ns0:sp>
        <ns0:nvSpPr>
          <ns0:cNvPr id="137" name="Text 135"/>
          <ns0:cNvSpPr txBox="1"/>
          <ns0:nvPr/>
        </ns0:nvSpPr>
        <ns0:spPr>
          <ns1:xfrm>
            <ns1:off x="4809744" y="575158"/>
            <ns1:ext cx="1655064" cy="8686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20" dirty="0">
                <ns1:solidFill>
                  <ns1:srgbClr val="2F559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provenance lifetime: identity </ns1:t>
            </ns1:r>
            <ns1:pPr indent="0" marL="0">
              <ns1:buNone/>
            </ns1:pPr>
            <ns1:r>
              <ns1:rPr lang="en-US" sz="620" i="1" dirty="0">
                <ns1:solidFill>
                  <ns1:srgbClr val="2F559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pPr indent="0" marL="0">
              <ns1:buNone/>
            </ns1:pPr>
            <ns1:r>
              <ns1:rPr lang="en-US" sz="620" dirty="0">
                <ns1:solidFill>
                  <ns1:srgbClr val="2F559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 kept until delivery</ns1:t>
            </ns1:r>
            <ns1:endParaRPr lang="en-US" sz="620" dirty="0"/>
          </ns1:p>
        </ns0:txBody>
      </ns0:sp>
      <ns0:sp>
        <ns0:nvSpPr>
          <ns0:cNvPr id="138" name="Shape 136"/>
          <ns0:cNvSpPr/>
          <ns0:nvPr/>
        </ns0:nvSpPr>
        <ns0:spPr>
          <ns1:xfrm>
            <ns1:off x="4809744" y="653339"/>
            <ns1:ext cx="0" cy="52121"/>
          </ns1:xfrm>
          <ns1:prstGeom prst="line">
            <ns1:avLst/>
          </ns1:prstGeom>
          <ns1:noFill/>
          <ns1:ln w="12700">
            <ns1:solidFill>
              <ns1:srgbClr val="2F5597"/>
            </ns1:solidFill>
            <ns1:prstDash val="solid"/>
          </ns1:ln>
        </ns0:spPr>
      </ns0:sp>
      <ns0:sp>
        <ns0:nvSpPr>
          <ns0:cNvPr id="139" name="Shape 137"/>
          <ns0:cNvSpPr/>
          <ns0:nvPr/>
        </ns0:nvSpPr>
        <ns0:spPr>
          <ns1:xfrm>
            <ns1:off x="4809744" y="679399"/>
            <ns1:ext cx="1639748" cy="0"/>
          </ns1:xfrm>
          <ns1:prstGeom prst="line">
            <ns1:avLst/>
          </ns1:prstGeom>
          <ns1:noFill/>
          <ns1:ln w="12700">
            <ns1:solidFill>
              <ns1:srgbClr val="2F5597"/>
            </ns1:solidFill>
            <ns1:prstDash val="solid"/>
          </ns1:ln>
        </ns0:spPr>
      </ns0:sp>
      <ns0:sp>
        <ns0:nvSpPr>
          <ns0:cNvPr id="140" name="Shape 138"/>
          <ns0:cNvSpPr/>
          <ns0:nvPr/>
        </ns0:nvSpPr>
        <ns0:spPr>
          <ns1:xfrm rot="5400000">
            <ns1:off x="6444234" y="654253"/>
            <ns1:ext cx="45720" cy="50292"/>
          </ns1:xfrm>
          <ns1:prstGeom prst="triangle">
            <ns1:avLst/>
          </ns1:prstGeom>
          <ns1:solidFill>
            <ns1:srgbClr val="2F5597"/>
          </ns1:solidFill>
          <ns1:ln/>
        </ns0:spPr>
      </ns0:sp>
      <ns0:sp>
        <ns0:nvSpPr>
          <ns0:cNvPr id="141" name="Text 139"/>
          <ns0:cNvSpPr txBox="1"/>
          <ns0:nvPr/>
        </ns0:nvSpPr>
        <ns0:spPr>
          <ns1:xfrm>
            <ns1:off x="4133088" y="740207"/>
            <ns1:ext cx="2377440" cy="1129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Two readers in one recipient process</ns1:t>
            </ns1:r>
            <ns1:endParaRPr lang="en-US" sz="700" dirty="0"/>
          </ns1:p>
        </ns0:txBody>
      </ns0:sp>
      <ns0:sp>
        <ns0:nvSpPr>
          <ns0:cNvPr id="142" name="Text 140"/>
          <ns0:cNvSpPr txBox="1"/>
          <ns0:nvPr/>
        </ns0:nvSpPr>
        <ns0:spPr>
          <ns1:xfrm>
            <ns1:off x="4133088" y="940003"/>
            <ns1:ext cx="621792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50" dirty="0">
                <ns1:solidFill>
                  <ns1:srgbClr val="C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stream-only</ns1:t>
            </ns1:r>
            <ns1:endParaRPr lang="en-US" sz="750" dirty="0"/>
          </ns1:p>
        </ns0:txBody>
      </ns0:sp>
      <ns0:sp>
        <ns0:nvSpPr>
          <ns0:cNvPr id="143" name="Text 141"/>
          <ns0:cNvSpPr txBox="1"/>
          <ns0:nvPr/>
        </ns0:nvSpPr>
        <ns0:spPr>
          <ns1:xfrm>
            <ns1:off x="4133088" y="1144143"/>
            <ns1:ext cx="621792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5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BIM</ns1:t>
            </ns1:r>
            <ns1:endParaRPr lang="en-US" sz="750" dirty="0"/>
          </ns1:p>
        </ns0:txBody>
      </ns0:sp>
      <ns0:sp>
        <ns0:nvSpPr>
          <ns0:cNvPr id="144" name="Text 142"/>
          <ns0:cNvSpPr txBox="1"/>
          <ns0:nvPr/>
        </ns0:nvSpPr>
        <ns0:spPr>
          <ns1:xfrm>
            <ns1:off x="4133088" y="1348283"/>
            <ns1:ext cx="621792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Full</ns1:t>
            </ns1:r>
            <ns1:endParaRPr lang="en-US" sz="750" dirty="0"/>
          </ns1:p>
        </ns0:txBody>
      </ns0:sp>
      <ns0:sp>
        <ns0:nvSpPr>
          <ns0:cNvPr id="145" name="Shape 143"/>
          <ns0:cNvSpPr/>
          <ns0:nvPr/>
        </ns0:nvSpPr>
        <ns0:spPr>
          <ns1:xfrm>
            <ns1:off x="4809744" y="940003"/>
            <ns1:ext cx="264810" cy="147676"/>
          </ns1:xfrm>
          <ns1:prstGeom prst="rect">
            <ns1:avLst/>
          </ns1:prstGeom>
          <ns1:solidFill>
            <ns1:srgbClr val="FFE699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46" name="Text 144"/>
          <ns0:cNvSpPr txBox="1"/>
          <ns0:nvPr/>
        </ns0:nvSpPr>
        <ns0:spPr>
          <ns1:xfrm>
            <ns1:off x="4809744" y="940003"/>
            <ns1:ext cx="264810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b="1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endParaRPr lang="en-US" sz="650" dirty="0"/>
          </ns1:p>
        </ns0:txBody>
      </ns0:sp>
      <ns0:sp>
        <ns0:nvSpPr>
          <ns0:cNvPr id="147" name="Shape 145"/>
          <ns0:cNvSpPr/>
          <ns0:nvPr/>
        </ns0:nvSpPr>
        <ns0:spPr>
          <ns1:xfrm>
            <ns1:off x="5074554" y="940003"/>
            <ns1:ext cx="1390254" cy="147676"/>
          </ns1:xfrm>
          <ns1:prstGeom prst="rect">
            <ns1:avLst/>
          </ns1:prstGeom>
          <ns1:solidFill>
            <ns1:srgbClr val="F8CBAD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48" name="Text 146"/>
          <ns0:cNvSpPr txBox="1"/>
          <ns0:nvPr/>
        </ns0:nvSpPr>
        <ns0:spPr>
          <ns1:xfrm>
            <ns1:off x="5101986" y="940003"/>
            <ns1:ext cx="274320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50" b="1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pPr indent="0" marL="0">
              <ns1:buNone/>
            </ns1:pPr>
            <ns1:r>
              <ns1:rPr lang="en-US" sz="650" b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+1</ns1:t>
            </ns1:r>
            <ns1:endParaRPr lang="en-US" sz="650" dirty="0"/>
          </ns1:p>
        </ns0:txBody>
      </ns0:sp>
      <ns0:sp>
        <ns0:nvSpPr>
          <ns0:cNvPr id="149" name="Shape 147"/>
          <ns0:cNvSpPr/>
          <ns0:nvPr/>
        </ns0:nvSpPr>
        <ns0:spPr>
          <ns1:xfrm>
            <ns1:off x="5355915" y="931316"/>
            <ns1:ext cx="264810" cy="165049"/>
          </ns1:xfrm>
          <ns1:prstGeom prst="rect">
            <ns1:avLst/>
          </ns1:prstGeom>
          <ns1:ln w="12700">
            <ns1:solidFill>
              <ns1:srgbClr val="C00000"/>
            </ns1:solidFill>
            <ns1:prstDash val="solid"/>
          </ns1:ln>
        </ns0:spPr>
      </ns0:sp>
      <ns0:sp>
        <ns0:nvSpPr>
          <ns0:cNvPr id="150" name="Text 148"/>
          <ns0:cNvSpPr txBox="1"/>
          <ns0:nvPr/>
        </ns0:nvSpPr>
        <ns0:spPr>
          <ns1:xfrm>
            <ns1:off x="5648157" y="940003"/>
            <ns1:ext cx="731520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50" b="1" dirty="0">
                <ns1:solidFill>
                  <ns1:srgbClr val="C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✗ B reads </ns1:t>
            </ns1:r>
            <ns1:pPr indent="0" marL="0">
              <ns1:buNone/>
            </ns1:pPr>
            <ns1:r>
              <ns1:rPr lang="en-US" sz="650" b="1" i="1" dirty="0">
                <ns1:solidFill>
                  <ns1:srgbClr val="C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pPr indent="0" marL="0">
              <ns1:buNone/>
            </ns1:pPr>
            <ns1:r>
              <ns1:rPr lang="en-US" sz="650" b="1" dirty="0">
                <ns1:solidFill>
                  <ns1:srgbClr val="C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+1</ns1:t>
            </ns1:r>
            <ns1:endParaRPr lang="en-US" sz="650" dirty="0"/>
          </ns1:p>
        </ns0:txBody>
      </ns0:sp>
      <ns0:sp>
        <ns0:nvSpPr>
          <ns0:cNvPr id="151" name="Shape 149"/>
          <ns0:cNvSpPr/>
          <ns0:nvPr/>
        </ns0:nvSpPr>
        <ns0:spPr>
          <ns1:xfrm>
            <ns1:off x="4809744" y="1144143"/>
            <ns1:ext cx="810981" cy="147676"/>
          </ns1:xfrm>
          <ns1:prstGeom prst="rect">
            <ns1:avLst/>
          </ns1:prstGeom>
          <ns1:solidFill>
            <ns1:srgbClr val="FFE699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52" name="Text 150"/>
          <ns0:cNvSpPr txBox="1"/>
          <ns0:nvPr/>
        </ns0:nvSpPr>
        <ns0:spPr>
          <ns1:xfrm>
            <ns1:off x="4809744" y="1144143"/>
            <ns1:ext cx="810981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b="1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endParaRPr lang="en-US" sz="650" dirty="0"/>
          </ns1:p>
        </ns0:txBody>
      </ns0:sp>
      <ns0:sp>
        <ns0:nvSpPr>
          <ns0:cNvPr id="153" name="Shape 151"/>
          <ns0:cNvSpPr/>
          <ns0:nvPr/>
        </ns0:nvSpPr>
        <ns0:spPr>
          <ns1:xfrm>
            <ns1:off x="5620725" y="1144143"/>
            <ns1:ext cx="844083" cy="147676"/>
          </ns1:xfrm>
          <ns1:prstGeom prst="rect">
            <ns1:avLst/>
          </ns1:prstGeom>
          <ns1:solidFill>
            <ns1:srgbClr val="F8CBAD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54" name="Text 152"/>
          <ns0:cNvSpPr txBox="1"/>
          <ns0:nvPr/>
        </ns0:nvSpPr>
        <ns0:spPr>
          <ns1:xfrm>
            <ns1:off x="5648157" y="1144143"/>
            <ns1:ext cx="731520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5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✓ free for </ns1:t>
            </ns1:r>
            <ns1:pPr indent="0" marL="0">
              <ns1:buNone/>
            </ns1:pPr>
            <ns1:r>
              <ns1:rPr lang="en-US" sz="650" b="1" i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pPr indent="0" marL="0">
              <ns1:buNone/>
            </ns1:pPr>
            <ns1:r>
              <ns1:rPr lang="en-US" sz="650" b="1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+1</ns1:t>
            </ns1:r>
            <ns1:endParaRPr lang="en-US" sz="650" dirty="0"/>
          </ns1:p>
        </ns0:txBody>
      </ns0:sp>
      <ns0:sp>
        <ns0:nvSpPr>
          <ns0:cNvPr id="155" name="Shape 153"/>
          <ns0:cNvSpPr/>
          <ns0:nvPr/>
        </ns0:nvSpPr>
        <ns0:spPr>
          <ns1:xfrm>
            <ns1:off x="4809744" y="1348283"/>
            <ns1:ext cx="810981" cy="147676"/>
          </ns1:xfrm>
          <ns1:prstGeom prst="rect">
            <ns1:avLst/>
          </ns1:prstGeom>
          <ns1:solidFill>
            <ns1:srgbClr val="FFE699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56" name="Text 154"/>
          <ns0:cNvSpPr txBox="1"/>
          <ns0:nvPr/>
        </ns0:nvSpPr>
        <ns0:spPr>
          <ns1:xfrm>
            <ns1:off x="4809744" y="1348283"/>
            <ns1:ext cx="810981" cy="14767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b="1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endParaRPr lang="en-US" sz="650" dirty="0"/>
          </ns1:p>
        </ns0:txBody>
      </ns0:sp>
      <ns0:sp>
        <ns0:nvSpPr>
          <ns0:cNvPr id="157" name="Shape 155"/>
          <ns0:cNvSpPr/>
          <ns0:nvPr/>
        </ns0:nvSpPr>
        <ns0:spPr>
          <ns1:xfrm>
            <ns1:off x="5620725" y="1348283"/>
            <ns1:ext cx="844083" cy="147676"/>
          </ns1:xfrm>
          <ns1:prstGeom prst="rect">
            <ns1:avLst/>
          </ns1:prstGeom>
          <ns1:solidFill>
            <ns1:srgbClr val="FFE699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58" name="Shape 156"/>
          <ns0:cNvSpPr/>
          <ns0:nvPr/>
        </ns0:nvSpPr>
        <ns0:spPr>
          <ns1:xfrm flipV="1">
            <ns1:off x="5620725" y="1348283"/>
            <ns1:ext cx="18288" cy="18288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59" name="Shape 157"/>
          <ns0:cNvSpPr/>
          <ns0:nvPr/>
        </ns0:nvSpPr>
        <ns0:spPr>
          <ns1:xfrm flipV="1">
            <ns1:off x="5620725" y="1348283"/>
            <ns1:ext cx="54864" cy="54864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0" name="Shape 158"/>
          <ns0:cNvSpPr/>
          <ns0:nvPr/>
        </ns0:nvSpPr>
        <ns0:spPr>
          <ns1:xfrm flipV="1">
            <ns1:off x="5620725" y="1348283"/>
            <ns1:ext cx="91440" cy="91440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1" name="Shape 159"/>
          <ns0:cNvSpPr/>
          <ns0:nvPr/>
        </ns0:nvSpPr>
        <ns0:spPr>
          <ns1:xfrm flipV="1">
            <ns1:off x="5620725" y="1348283"/>
            <ns1:ext cx="128016" cy="12801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2" name="Shape 160"/>
          <ns0:cNvSpPr/>
          <ns0:nvPr/>
        </ns0:nvSpPr>
        <ns0:spPr>
          <ns1:xfrm flipV="1">
            <ns1:off x="5637642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3" name="Shape 161"/>
          <ns0:cNvSpPr/>
          <ns0:nvPr/>
        </ns0:nvSpPr>
        <ns0:spPr>
          <ns1:xfrm flipV="1">
            <ns1:off x="5674218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4" name="Shape 162"/>
          <ns0:cNvSpPr/>
          <ns0:nvPr/>
        </ns0:nvSpPr>
        <ns0:spPr>
          <ns1:xfrm flipV="1">
            <ns1:off x="5710794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5" name="Shape 163"/>
          <ns0:cNvSpPr/>
          <ns0:nvPr/>
        </ns0:nvSpPr>
        <ns0:spPr>
          <ns1:xfrm flipV="1">
            <ns1:off x="5747370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6" name="Shape 164"/>
          <ns0:cNvSpPr/>
          <ns0:nvPr/>
        </ns0:nvSpPr>
        <ns0:spPr>
          <ns1:xfrm flipV="1">
            <ns1:off x="5783946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7" name="Shape 165"/>
          <ns0:cNvSpPr/>
          <ns0:nvPr/>
        </ns0:nvSpPr>
        <ns0:spPr>
          <ns1:xfrm flipV="1">
            <ns1:off x="5820522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8" name="Shape 166"/>
          <ns0:cNvSpPr/>
          <ns0:nvPr/>
        </ns0:nvSpPr>
        <ns0:spPr>
          <ns1:xfrm flipV="1">
            <ns1:off x="5857098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69" name="Shape 167"/>
          <ns0:cNvSpPr/>
          <ns0:nvPr/>
        </ns0:nvSpPr>
        <ns0:spPr>
          <ns1:xfrm flipV="1">
            <ns1:off x="5893674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0" name="Shape 168"/>
          <ns0:cNvSpPr/>
          <ns0:nvPr/>
        </ns0:nvSpPr>
        <ns0:spPr>
          <ns1:xfrm flipV="1">
            <ns1:off x="5930250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1" name="Shape 169"/>
          <ns0:cNvSpPr/>
          <ns0:nvPr/>
        </ns0:nvSpPr>
        <ns0:spPr>
          <ns1:xfrm flipV="1">
            <ns1:off x="5966826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2" name="Shape 170"/>
          <ns0:cNvSpPr/>
          <ns0:nvPr/>
        </ns0:nvSpPr>
        <ns0:spPr>
          <ns1:xfrm flipV="1">
            <ns1:off x="6003402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3" name="Shape 171"/>
          <ns0:cNvSpPr/>
          <ns0:nvPr/>
        </ns0:nvSpPr>
        <ns0:spPr>
          <ns1:xfrm flipV="1">
            <ns1:off x="6039978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4" name="Shape 172"/>
          <ns0:cNvSpPr/>
          <ns0:nvPr/>
        </ns0:nvSpPr>
        <ns0:spPr>
          <ns1:xfrm flipV="1">
            <ns1:off x="6076554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5" name="Shape 173"/>
          <ns0:cNvSpPr/>
          <ns0:nvPr/>
        </ns0:nvSpPr>
        <ns0:spPr>
          <ns1:xfrm flipV="1">
            <ns1:off x="6113130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6" name="Shape 174"/>
          <ns0:cNvSpPr/>
          <ns0:nvPr/>
        </ns0:nvSpPr>
        <ns0:spPr>
          <ns1:xfrm flipV="1">
            <ns1:off x="6149706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7" name="Shape 175"/>
          <ns0:cNvSpPr/>
          <ns0:nvPr/>
        </ns0:nvSpPr>
        <ns0:spPr>
          <ns1:xfrm flipV="1">
            <ns1:off x="6186282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8" name="Shape 176"/>
          <ns0:cNvSpPr/>
          <ns0:nvPr/>
        </ns0:nvSpPr>
        <ns0:spPr>
          <ns1:xfrm flipV="1">
            <ns1:off x="6222858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79" name="Shape 177"/>
          <ns0:cNvSpPr/>
          <ns0:nvPr/>
        </ns0:nvSpPr>
        <ns0:spPr>
          <ns1:xfrm flipV="1">
            <ns1:off x="6259434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80" name="Shape 178"/>
          <ns0:cNvSpPr/>
          <ns0:nvPr/>
        </ns0:nvSpPr>
        <ns0:spPr>
          <ns1:xfrm flipV="1">
            <ns1:off x="6296010" y="1348283"/>
            <ns1:ext cx="147676" cy="14767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81" name="Shape 179"/>
          <ns0:cNvSpPr/>
          <ns0:nvPr/>
        </ns0:nvSpPr>
        <ns0:spPr>
          <ns1:xfrm flipV="1">
            <ns1:off x="6332586" y="1363736"/>
            <ns1:ext cx="132222" cy="132222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82" name="Shape 180"/>
          <ns0:cNvSpPr/>
          <ns0:nvPr/>
        </ns0:nvSpPr>
        <ns0:spPr>
          <ns1:xfrm flipV="1">
            <ns1:off x="6369162" y="1400312"/>
            <ns1:ext cx="95646" cy="95646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83" name="Shape 181"/>
          <ns0:cNvSpPr/>
          <ns0:nvPr/>
        </ns0:nvSpPr>
        <ns0:spPr>
          <ns1:xfrm flipV="1">
            <ns1:off x="6405738" y="1436888"/>
            <ns1:ext cx="59070" cy="59070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84" name="Shape 182"/>
          <ns0:cNvSpPr/>
          <ns0:nvPr/>
        </ns0:nvSpPr>
        <ns0:spPr>
          <ns1:xfrm flipV="1">
            <ns1:off x="6442314" y="1473464"/>
            <ns1:ext cx="22494" cy="22494"/>
          </ns1:xfrm>
          <ns1:prstGeom prst="line">
            <ns1:avLst/>
          </ns1:prstGeom>
          <ns1:noFill/>
          <ns1:ln w="5715">
            <ns1:solidFill>
              <ns1:srgbClr val="BF9000"/>
            </ns1:solidFill>
            <ns1:prstDash val="solid"/>
          </ns1:ln>
        </ns0:spPr>
      </ns0:sp>
      <ns0:sp>
        <ns0:nvSpPr>
          <ns0:cNvPr id="185" name="Text 183"/>
          <ns0:cNvSpPr txBox="1"/>
          <ns0:nvPr/>
        </ns0:nvSpPr>
        <ns0:spPr>
          <ns1:xfrm>
            <ns1:off x="5805023" y="1378687"/>
            <ns1:ext cx="475488" cy="86868"/>
          </ns1:xfrm>
          <ns1:prstGeom prst="rect">
            <ns1:avLst/>
          </ns1:prstGeom>
          <ns1:solidFill>
            <ns1:srgbClr val="FFE699"/>
          </ns1:solidFill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held, unread</ns1:t>
            </ns1:r>
            <ns1:endParaRPr lang="en-US" sz="650" dirty="0"/>
          </ns1:p>
        </ns0:txBody>
      </ns0:sp>
      <ns0:sp>
        <ns0:nvSpPr>
          <ns0:cNvPr id="186" name="Shape 184"/>
          <ns0:cNvSpPr/>
          <ns0:nvPr/>
        </ns0:nvSpPr>
        <ns0:spPr>
          <ns1:xfrm>
            <ns1:off x="5074554" y="36576"/>
            <ns1:ext cx="0" cy="173736"/>
          </ns1:xfrm>
          <ns1:prstGeom prst="line">
            <ns1:avLst/>
          </ns1:prstGeom>
          <ns1:noFill/>
          <ns1:ln w="7620">
            <ns1:solidFill>
              <ns1:srgbClr val="C00000"/>
            </ns1:solidFill>
            <ns1:prstDash val="sysDot"/>
          </ns1:ln>
        </ns0:spPr>
      </ns0:sp>
      <ns0:sp>
        <ns0:nvSpPr>
          <ns0:cNvPr id="187" name="Shape 185"/>
          <ns0:cNvSpPr/>
          <ns0:nvPr/>
        </ns0:nvSpPr>
        <ns0:spPr>
          <ns1:xfrm>
            <ns1:off x="5074554" y="913943"/>
            <ns1:ext cx="0" cy="608076"/>
          </ns1:xfrm>
          <ns1:prstGeom prst="line">
            <ns1:avLst/>
          </ns1:prstGeom>
          <ns1:noFill/>
          <ns1:ln w="7620">
            <ns1:solidFill>
              <ns1:srgbClr val="C00000"/>
            </ns1:solidFill>
            <ns1:prstDash val="sysDot"/>
          </ns1:ln>
        </ns0:spPr>
      </ns0:sp>
      <ns0:sp>
        <ns0:nvSpPr>
          <ns0:cNvPr id="188" name="Text 186"/>
          <ns0:cNvSpPr txBox="1"/>
          <ns0:nvPr/>
        </ns0:nvSpPr>
        <ns0:spPr>
          <ns1:xfrm>
            <ns1:off x="4754514" y="1530706"/>
            <ns1:ext cx="640080" cy="1737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0000"/>
              </ns1:lnSpc>
              <ns1:buNone/>
            </ns1:pPr>
            <ns1:r>
              <ns1:rPr lang="en-US" sz="600" dirty="0">
                <ns1:solidFill>
                  <ns1:srgbClr val="C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 finishes</ns1:t>
            </ns1:r>
            <ns1:endParaRPr lang="en-US" sz="600" dirty="0"/>
          </ns1:p>
          <ns1:p>
            <ns1:pPr algn="ctr" indent="0" marL="0">
              <ns1:lnSpc>
                <ns1:spcPct val="90000"/>
              </ns1:lnSpc>
              <ns1:buNone/>
            </ns1:pPr>
            <ns1:r>
              <ns1:rPr lang="en-US" sz="600" dirty="0">
                <ns1:solidFill>
                  <ns1:srgbClr val="C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reading</ns1:t>
            </ns1:r>
            <ns1:endParaRPr lang="en-US" sz="600" dirty="0"/>
          </ns1:p>
        </ns0:txBody>
      </ns0:sp>
      <ns0:sp>
        <ns0:nvSpPr>
          <ns0:cNvPr id="189" name="Shape 187"/>
          <ns0:cNvSpPr/>
          <ns0:nvPr/>
        </ns0:nvSpPr>
        <ns0:spPr>
          <ns1:xfrm>
            <ns1:off x="5620725" y="36576"/>
            <ns1:ext cx="0" cy="373532"/>
          </ns1:xfrm>
          <ns1:prstGeom prst="line">
            <ns1:avLst/>
          </ns1:prstGeom>
          <ns1:noFill/>
          <ns1:ln w="7620">
            <ns1:solidFill>
              <ns1:srgbClr val="4472C4"/>
            </ns1:solidFill>
            <ns1:prstDash val="sysDot"/>
          </ns1:ln>
        </ns0:spPr>
      </ns0:sp>
      <ns0:sp>
        <ns0:nvSpPr>
          <ns0:cNvPr id="190" name="Shape 188"/>
          <ns0:cNvSpPr/>
          <ns0:nvPr/>
        </ns0:nvSpPr>
        <ns0:spPr>
          <ns1:xfrm>
            <ns1:off x="5620725" y="913943"/>
            <ns1:ext cx="0" cy="608076"/>
          </ns1:xfrm>
          <ns1:prstGeom prst="line">
            <ns1:avLst/>
          </ns1:prstGeom>
          <ns1:noFill/>
          <ns1:ln w="7620">
            <ns1:solidFill>
              <ns1:srgbClr val="4472C4"/>
            </ns1:solidFill>
            <ns1:prstDash val="sysDot"/>
          </ns1:ln>
        </ns0:spPr>
      </ns0:sp>
      <ns0:sp>
        <ns0:nvSpPr>
          <ns0:cNvPr id="191" name="Text 189"/>
          <ns0:cNvSpPr txBox="1"/>
          <ns0:nvPr/>
        </ns0:nvSpPr>
        <ns0:spPr>
          <ns1:xfrm>
            <ns1:off x="5300685" y="1530706"/>
            <ns1:ext cx="640080" cy="1737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lnSpc>
                <ns1:spcPct val="90000"/>
              </ns1:lnSpc>
              <ns1:buNone/>
            </ns1:pPr>
            <ns1:r>
              <ns1:rPr lang="en-US" sz="600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last source read</ns1:t>
            </ns1:r>
            <ns1:endParaRPr lang="en-US" sz="600" dirty="0"/>
          </ns1:p>
          <ns1:p>
            <ns1:pPr algn="ctr" indent="0" marL="0">
              <ns1:lnSpc>
                <ns1:spcPct val="90000"/>
              </ns1:lnSpc>
              <ns1:buNone/>
            </ns1:pPr>
            <ns1:r>
              <ns1:rPr lang="en-US" sz="600" dirty="0">
                <ns1:solidFill>
                  <ns1:srgbClr val="4472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completes</ns1:t>
            </ns1:r>
            <ns1:endParaRPr lang="en-US" sz="600" dirty="0"/>
          </ns1:p>
        </ns0:txBody>
      </ns0:sp>
      <ns0:sp>
        <ns0:nvSpPr>
          <ns0:cNvPr id="192" name="Shape 190"/>
          <ns0:cNvSpPr/>
          <ns0:nvPr/>
        </ns0:nvSpPr>
        <ns0:spPr>
          <ns1:xfrm>
            <ns1:off x="6464808" y="36576"/>
            <ns1:ext cx="0" cy="3735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ysDot"/>
          </ns1:ln>
        </ns0:spPr>
      </ns0:sp>
      <ns0:sp>
        <ns0:nvSpPr>
          <ns0:cNvPr id="193" name="Shape 191"/>
          <ns0:cNvSpPr/>
          <ns0:nvPr/>
        </ns0:nvSpPr>
        <ns0:spPr>
          <ns1:xfrm>
            <ns1:off x="6464808" y="913943"/>
            <ns1:ext cx="0" cy="608076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ysDot"/>
          </ns1:ln>
        </ns0:spPr>
      </ns0:sp>
      <ns0:sp>
        <ns0:nvSpPr>
          <ns0:cNvPr id="194" name="Text 192"/>
          <ns0:cNvSpPr txBox="1"/>
          <ns0:nvPr/>
        </ns0:nvSpPr>
        <ns0:spPr>
          <ns1:xfrm>
            <ns1:off x="5824728" y="1530706"/>
            <ns1:ext cx="640080" cy="1737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lnSpc>
                <ns1:spcPct val="90000"/>
              </ns1:lnSpc>
              <ns1:buNone/>
            </ns1:pPr>
            <ns1:r>
              <ns1:rPr lang="en-US" sz="60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outputs</ns1:t>
            </ns1:r>
            <ns1:endParaRPr lang="en-US" sz="600" dirty="0"/>
          </ns1:p>
          <ns1:p>
            <ns1:pPr algn="r" indent="0" marL="0">
              <ns1:lnSpc>
                <ns1:spcPct val="90000"/>
              </ns1:lnSpc>
              <ns1:buNone/>
            </ns1:pPr>
            <ns1:r>
              <ns1:rPr lang="en-US" sz="60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complete</ns1:t>
            </ns1:r>
            <ns1:endParaRPr lang="en-US" sz="600" dirty="0"/>
          </ns1:p>
        </ns0:txBody>
      </ns0:sp>
      <ns0:sp>
        <ns0:nvSpPr>
          <ns0:cNvPr id="195" name="Text 193"/>
          <ns0:cNvSpPr txBox="1"/>
          <ns0:nvPr/>
        </ns0:nvSpPr>
        <ns0:spPr>
          <ns1:xfrm>
            <ns1:off x="4133088" y="1704442"/>
            <ns1:ext cx="2377440" cy="1129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What slot 0 holds under three release rules</ns1:t>
            </ns1:r>
            <ns1:endParaRPr lang="en-US" sz="700" dirty="0"/>
          </ns1:p>
        </ns0:txBody>
      </ns0:sp>
      <ns0:sp>
        <ns0:nvSpPr>
          <ns0:cNvPr id="196" name="Text 194"/>
          <ns0:cNvSpPr txBox="1"/>
          <ns0:nvPr/>
        </ns0:nvSpPr>
        <ns0:spPr>
          <ns1:xfrm>
            <ns1:off x="0" y="1856232"/>
            <ns1:ext cx="4023360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(a) BIM architecture and per-frame protocol</ns1:t>
            </ns1:r>
            <ns1:endParaRPr lang="en-US" sz="750" dirty="0"/>
          </ns1:p>
        </ns0:txBody>
      </ns0:sp>
      <ns0:sp>
        <ns0:nvSpPr>
          <ns0:cNvPr id="197" name="Text 195"/>
          <ns0:cNvSpPr txBox="1"/>
          <ns0:nvPr/>
        </ns0:nvSpPr>
        <ns0:spPr>
          <ns1:xfrm>
            <ns1:off x="4133088" y="1856232"/>
            <ns1:ext cx="2377440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(b) Two lifetimes of frame </ns1:t>
            </ns1:r>
            <ns1:pPr algn="ctr" indent="0" marL="0">
              <ns1:buNone/>
            </ns1:pPr>
            <ns1:r>
              <ns1:rPr lang="en-US" sz="75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</ns1:t>
            </ns1:r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 and three release rules</ns1:t>
            </ns1:r>
            <ns1:endParaRPr lang="en-US" sz="750" dirty="0"/>
          </ns1:p>
        </ns0:txBody>
      </ns0:sp>
      <ns0:pic>
        <ns0:nvPicPr>
          <ns0:cNvPr id="198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10896" y="770839"/>
            <ns1:ext cx="274320" cy="260604"/>
          </ns1:xfrm>
          <ns1:prstGeom prst="rect">
            <ns1:avLst/>
          </ns1:prstGeom>
        </ns0:spPr>
      </ns0:pic>
      <ns0:pic>
        <ns0:nvPicPr>
          <ns0:cNvPr id="199" name="Image 1" descr="preencoded.png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1005840" y="1257300"/>
            <ns1:ext cx="420624" cy="399593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fig1_overview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2026-09-29T11:55:39Z</dcterms:created>
  <dcterms:modified xsi:type="dcterms:W3CDTF">2026-09-29T11:55:39Z</dcterms:modified>
</cp:coreProperties>
</file>