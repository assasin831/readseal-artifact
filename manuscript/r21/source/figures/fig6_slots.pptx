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492240" cy="1344168"/>
  <p:notesSz cx="1344168" cy="649224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9121" y="13716"/>
            <a:ext cx="467399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3129" y="50292"/>
            <a:ext cx="100584" cy="8229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4" name="Shape 2"/>
          <p:cNvSpPr/>
          <p:nvPr/>
        </p:nvSpPr>
        <p:spPr>
          <a:xfrm>
            <a:off x="973129" y="50292"/>
            <a:ext cx="100584" cy="82296"/>
          </a:xfrm>
          <a:prstGeom prst="rect">
            <a:avLst/>
          </a:prstGeom>
          <a:ln w="7620">
            <a:solidFill>
              <a:srgbClr val="2F55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1145" y="91440"/>
            <a:ext cx="146304" cy="914"/>
          </a:xfrm>
          <a:custGeom>
            <a:avLst/>
            <a:gdLst/>
            <a:ahLst/>
            <a:cxnLst/>
            <a:rect l="l" t="t" r="r" b="b"/>
            <a:pathLst>
              <a:path w="146304" h="914">
                <a:moveTo>
                  <a:pt x="0" y="0"/>
                </a:moveTo>
                <a:lnTo>
                  <a:pt x="146304" y="0"/>
                </a:lnTo>
              </a:path>
            </a:pathLst>
          </a:custGeom>
          <a:ln w="13970">
            <a:solidFill>
              <a:srgbClr val="4472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9151" y="66294"/>
            <a:ext cx="50292" cy="50292"/>
          </a:xfrm>
          <a:prstGeom prst="ellipse">
            <a:avLst/>
          </a:prstGeom>
          <a:solidFill>
            <a:srgbClr val="4472C4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8597" y="27432"/>
            <a:ext cx="590798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 + ReadSeal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2016556" y="50292"/>
            <a:ext cx="100584" cy="822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2016556" y="50292"/>
            <a:ext cx="18288" cy="18288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2016556" y="50292"/>
            <a:ext cx="54864" cy="548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2025700" y="50292"/>
            <a:ext cx="82296" cy="82296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2062276" y="77724"/>
            <a:ext cx="54864" cy="548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2098852" y="114300"/>
            <a:ext cx="18288" cy="18288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6556" y="50292"/>
            <a:ext cx="100584" cy="82296"/>
          </a:xfrm>
          <a:prstGeom prst="rect">
            <a:avLst/>
          </a:prstGeom>
          <a:ln w="7620">
            <a:solidFill>
              <a:srgbClr val="C55A1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44572" y="91440"/>
            <a:ext cx="146304" cy="914"/>
          </a:xfrm>
          <a:custGeom>
            <a:avLst/>
            <a:gdLst/>
            <a:ahLst/>
            <a:cxnLst/>
            <a:rect l="l" t="t" r="r" b="b"/>
            <a:pathLst>
              <a:path w="146304" h="914">
                <a:moveTo>
                  <a:pt x="0" y="0"/>
                </a:moveTo>
                <a:lnTo>
                  <a:pt x="146304" y="0"/>
                </a:lnTo>
              </a:path>
            </a:pathLst>
          </a:custGeom>
          <a:ln w="13970">
            <a:solidFill>
              <a:srgbClr val="ED7D31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2185034" y="58750"/>
            <a:ext cx="65380" cy="65380"/>
          </a:xfrm>
          <a:prstGeom prst="diamond">
            <a:avLst/>
          </a:prstGeom>
          <a:solidFill>
            <a:srgbClr val="FFFFFF"/>
          </a:solidFill>
          <a:ln w="8890">
            <a:solidFill>
              <a:srgbClr val="ED7D3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332024" y="27432"/>
            <a:ext cx="312857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2782041" y="50292"/>
            <a:ext cx="100584" cy="8229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9" name="Shape 17"/>
          <p:cNvSpPr/>
          <p:nvPr/>
        </p:nvSpPr>
        <p:spPr>
          <a:xfrm>
            <a:off x="2782041" y="114300"/>
            <a:ext cx="18288" cy="1828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82041" y="77724"/>
            <a:ext cx="54864" cy="548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91185" y="50292"/>
            <a:ext cx="82296" cy="82296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27761" y="50292"/>
            <a:ext cx="54864" cy="548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64337" y="50292"/>
            <a:ext cx="18288" cy="1828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82041" y="50292"/>
            <a:ext cx="100584" cy="82296"/>
          </a:xfrm>
          <a:prstGeom prst="rect">
            <a:avLst/>
          </a:prstGeom>
          <a:ln w="7620">
            <a:solidFill>
              <a:srgbClr val="4040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10057" y="91440"/>
            <a:ext cx="146304" cy="914"/>
          </a:xfrm>
          <a:custGeom>
            <a:avLst/>
            <a:gdLst/>
            <a:ahLst/>
            <a:cxnLst/>
            <a:rect l="l" t="t" r="r" b="b"/>
            <a:pathLst>
              <a:path w="146304" h="914">
                <a:moveTo>
                  <a:pt x="0" y="0"/>
                </a:moveTo>
                <a:lnTo>
                  <a:pt x="146304" y="0"/>
                </a:lnTo>
              </a:path>
            </a:pathLst>
          </a:custGeom>
          <a:ln w="13970">
            <a:solidFill>
              <a:srgbClr val="7F7F7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60578" y="68809"/>
            <a:ext cx="45263" cy="45263"/>
          </a:xfrm>
          <a:prstGeom prst="rect">
            <a:avLst/>
          </a:prstGeom>
          <a:solidFill>
            <a:srgbClr val="7F7F7F"/>
          </a:solidFill>
          <a:ln w="8890">
            <a:solidFill>
              <a:srgbClr val="7F7F7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097509" y="27432"/>
            <a:ext cx="519957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retention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3754626" y="50292"/>
            <a:ext cx="219456" cy="82296"/>
          </a:xfrm>
          <a:prstGeom prst="rect">
            <a:avLst/>
          </a:prstGeom>
          <a:solidFill>
            <a:srgbClr val="EDEDED"/>
          </a:solidFill>
          <a:ln w="7620">
            <a:solidFill>
              <a:srgbClr val="404040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4015230" y="27432"/>
            <a:ext cx="588234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but late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4740624" y="91440"/>
            <a:ext cx="274320" cy="914"/>
          </a:xfrm>
          <a:custGeom>
            <a:avLst/>
            <a:gdLst/>
            <a:ahLst/>
            <a:cxnLst/>
            <a:rect l="l" t="t" r="r" b="b"/>
            <a:pathLst>
              <a:path w="274320" h="914">
                <a:moveTo>
                  <a:pt x="0" y="0"/>
                </a:moveTo>
                <a:lnTo>
                  <a:pt x="274320" y="0"/>
                </a:lnTo>
              </a:path>
            </a:pathLst>
          </a:custGeom>
          <a:ln w="8890">
            <a:solidFill>
              <a:srgbClr val="595959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5056092" y="27432"/>
            <a:ext cx="508739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capacity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347472" y="737006"/>
            <a:ext cx="2231136" cy="0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7472" y="614477"/>
            <a:ext cx="2231136" cy="0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7472" y="491947"/>
            <a:ext cx="2231136" cy="0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7472" y="369418"/>
            <a:ext cx="2231136" cy="0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5256" y="246888"/>
            <a:ext cx="0" cy="612648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463040" y="246888"/>
            <a:ext cx="0" cy="612648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20824" y="246888"/>
            <a:ext cx="0" cy="612648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1617" y="474793"/>
            <a:ext cx="133868" cy="384743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40" name="Shape 38"/>
          <p:cNvSpPr/>
          <p:nvPr/>
        </p:nvSpPr>
        <p:spPr>
          <a:xfrm>
            <a:off x="411617" y="474793"/>
            <a:ext cx="133868" cy="384743"/>
          </a:xfrm>
          <a:prstGeom prst="rect">
            <a:avLst/>
          </a:prstGeom>
          <a:ln w="7620">
            <a:solidFill>
              <a:srgbClr val="2F559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 rot="16200000">
            <a:off x="295671" y="213645"/>
            <a:ext cx="36576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78.5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559430" y="474249"/>
            <a:ext cx="133868" cy="38528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 flipV="1">
            <a:off x="559430" y="474249"/>
            <a:ext cx="18288" cy="18288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559430" y="474249"/>
            <a:ext cx="54864" cy="548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559430" y="474249"/>
            <a:ext cx="91440" cy="91440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559430" y="474249"/>
            <a:ext cx="128016" cy="128016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559430" y="504973"/>
            <a:ext cx="133868" cy="133868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559430" y="541549"/>
            <a:ext cx="133868" cy="133868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559430" y="578125"/>
            <a:ext cx="133868" cy="133868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559430" y="614701"/>
            <a:ext cx="133868" cy="133868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559430" y="651277"/>
            <a:ext cx="133868" cy="133868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559430" y="687853"/>
            <a:ext cx="133868" cy="133868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559430" y="724429"/>
            <a:ext cx="133868" cy="133868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594767" y="761005"/>
            <a:ext cx="98531" cy="98531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631343" y="797581"/>
            <a:ext cx="61955" cy="61955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667919" y="834157"/>
            <a:ext cx="25379" cy="25379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59430" y="474249"/>
            <a:ext cx="133868" cy="385287"/>
          </a:xfrm>
          <a:prstGeom prst="rect">
            <a:avLst/>
          </a:prstGeom>
          <a:ln w="7620">
            <a:solidFill>
              <a:srgbClr val="C55A11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 rot="16200000">
            <a:off x="443484" y="213371"/>
            <a:ext cx="36576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78.6</a:t>
            </a:r>
            <a:endParaRPr lang="en-US" sz="600" dirty="0"/>
          </a:p>
        </p:txBody>
      </p:sp>
      <p:sp>
        <p:nvSpPr>
          <p:cNvPr id="59" name="Shape 57"/>
          <p:cNvSpPr/>
          <p:nvPr/>
        </p:nvSpPr>
        <p:spPr>
          <a:xfrm>
            <a:off x="707243" y="565465"/>
            <a:ext cx="133868" cy="294071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60" name="Shape 58"/>
          <p:cNvSpPr/>
          <p:nvPr/>
        </p:nvSpPr>
        <p:spPr>
          <a:xfrm>
            <a:off x="707243" y="841248"/>
            <a:ext cx="18288" cy="1828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07243" y="804672"/>
            <a:ext cx="54864" cy="548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07243" y="768096"/>
            <a:ext cx="91440" cy="91440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07243" y="731520"/>
            <a:ext cx="128016" cy="128016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07243" y="694944"/>
            <a:ext cx="133868" cy="13386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07243" y="658368"/>
            <a:ext cx="133868" cy="13386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07243" y="621792"/>
            <a:ext cx="133868" cy="13386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07243" y="585216"/>
            <a:ext cx="133868" cy="13386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24068" y="565465"/>
            <a:ext cx="117043" cy="117043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60644" y="565465"/>
            <a:ext cx="80467" cy="80467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97220" y="565465"/>
            <a:ext cx="43891" cy="43891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33796" y="565465"/>
            <a:ext cx="7315" cy="7315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07243" y="565465"/>
            <a:ext cx="133868" cy="294071"/>
          </a:xfrm>
          <a:prstGeom prst="rect">
            <a:avLst/>
          </a:prstGeom>
          <a:ln w="7620">
            <a:solidFill>
              <a:srgbClr val="404040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 rot="16200000">
            <a:off x="591297" y="304861"/>
            <a:ext cx="36576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60.0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969401" y="737345"/>
            <a:ext cx="133868" cy="122191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75" name="Shape 73"/>
          <p:cNvSpPr/>
          <p:nvPr/>
        </p:nvSpPr>
        <p:spPr>
          <a:xfrm>
            <a:off x="969401" y="737345"/>
            <a:ext cx="133868" cy="122191"/>
          </a:xfrm>
          <a:prstGeom prst="rect">
            <a:avLst/>
          </a:prstGeom>
          <a:ln w="7620">
            <a:solidFill>
              <a:srgbClr val="2F5597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69401" y="472342"/>
            <a:ext cx="133868" cy="265002"/>
          </a:xfrm>
          <a:prstGeom prst="rect">
            <a:avLst/>
          </a:prstGeom>
          <a:solidFill>
            <a:srgbClr val="DEEBF7"/>
          </a:solidFill>
          <a:ln/>
        </p:spPr>
      </p:sp>
      <p:sp>
        <p:nvSpPr>
          <p:cNvPr id="77" name="Shape 75"/>
          <p:cNvSpPr/>
          <p:nvPr/>
        </p:nvSpPr>
        <p:spPr>
          <a:xfrm>
            <a:off x="969401" y="472342"/>
            <a:ext cx="133868" cy="265002"/>
          </a:xfrm>
          <a:prstGeom prst="rect">
            <a:avLst/>
          </a:prstGeom>
          <a:ln w="7620">
            <a:solidFill>
              <a:srgbClr val="2F5597"/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 flipV="1">
            <a:off x="1036335" y="704811"/>
            <a:ext cx="0" cy="59152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19876" y="763963"/>
            <a:ext cx="32918" cy="0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19876" y="704811"/>
            <a:ext cx="32918" cy="0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 rot="16200000">
            <a:off x="853455" y="448779"/>
            <a:ext cx="36576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24.9</a:t>
            </a:r>
            <a:endParaRPr lang="en-US" sz="600" dirty="0"/>
          </a:p>
        </p:txBody>
      </p:sp>
      <p:sp>
        <p:nvSpPr>
          <p:cNvPr id="82" name="Text 80"/>
          <p:cNvSpPr txBox="1"/>
          <p:nvPr/>
        </p:nvSpPr>
        <p:spPr>
          <a:xfrm rot="16200000">
            <a:off x="853455" y="216310"/>
            <a:ext cx="36576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+54.1</a:t>
            </a:r>
            <a:endParaRPr lang="en-US" sz="600" dirty="0"/>
          </a:p>
        </p:txBody>
      </p:sp>
      <p:sp>
        <p:nvSpPr>
          <p:cNvPr id="83" name="Shape 81"/>
          <p:cNvSpPr/>
          <p:nvPr/>
        </p:nvSpPr>
        <p:spPr>
          <a:xfrm>
            <a:off x="1117214" y="717877"/>
            <a:ext cx="133868" cy="14165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4" name="Shape 82"/>
          <p:cNvSpPr/>
          <p:nvPr/>
        </p:nvSpPr>
        <p:spPr>
          <a:xfrm flipV="1">
            <a:off x="1117214" y="717877"/>
            <a:ext cx="18288" cy="18288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flipV="1">
            <a:off x="1117214" y="717877"/>
            <a:ext cx="54864" cy="548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flipV="1">
            <a:off x="1117214" y="717877"/>
            <a:ext cx="91440" cy="91440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V="1">
            <a:off x="1117214" y="717877"/>
            <a:ext cx="128016" cy="128016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V="1">
            <a:off x="1140147" y="748601"/>
            <a:ext cx="110935" cy="110935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flipV="1">
            <a:off x="1176723" y="785177"/>
            <a:ext cx="74359" cy="74359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V="1">
            <a:off x="1213299" y="821753"/>
            <a:ext cx="37783" cy="37783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17214" y="717877"/>
            <a:ext cx="133868" cy="141659"/>
          </a:xfrm>
          <a:prstGeom prst="rect">
            <a:avLst/>
          </a:prstGeom>
          <a:ln w="7620">
            <a:solidFill>
              <a:srgbClr val="C55A11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17214" y="472342"/>
            <a:ext cx="133868" cy="245535"/>
          </a:xfrm>
          <a:prstGeom prst="rect">
            <a:avLst/>
          </a:prstGeom>
          <a:solidFill>
            <a:srgbClr val="FBE5D6"/>
          </a:solidFill>
          <a:ln/>
        </p:spPr>
      </p:sp>
      <p:sp>
        <p:nvSpPr>
          <p:cNvPr id="93" name="Shape 91"/>
          <p:cNvSpPr/>
          <p:nvPr/>
        </p:nvSpPr>
        <p:spPr>
          <a:xfrm>
            <a:off x="1117214" y="472342"/>
            <a:ext cx="133868" cy="245535"/>
          </a:xfrm>
          <a:prstGeom prst="rect">
            <a:avLst/>
          </a:prstGeom>
          <a:ln w="7620">
            <a:solidFill>
              <a:srgbClr val="C55A11"/>
            </a:solidFill>
            <a:prstDash val="dash"/>
          </a:ln>
        </p:spPr>
      </p:sp>
      <p:sp>
        <p:nvSpPr>
          <p:cNvPr id="94" name="Shape 92"/>
          <p:cNvSpPr/>
          <p:nvPr/>
        </p:nvSpPr>
        <p:spPr>
          <a:xfrm flipV="1">
            <a:off x="1184148" y="683775"/>
            <a:ext cx="0" cy="69636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167689" y="753411"/>
            <a:ext cx="32918" cy="0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167689" y="683775"/>
            <a:ext cx="32918" cy="0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 rot="16200000">
            <a:off x="1001268" y="427743"/>
            <a:ext cx="36576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28.9</a:t>
            </a:r>
            <a:endParaRPr lang="en-US" sz="600" dirty="0"/>
          </a:p>
        </p:txBody>
      </p:sp>
      <p:sp>
        <p:nvSpPr>
          <p:cNvPr id="98" name="Text 96"/>
          <p:cNvSpPr txBox="1"/>
          <p:nvPr/>
        </p:nvSpPr>
        <p:spPr>
          <a:xfrm rot="16200000">
            <a:off x="1001268" y="216310"/>
            <a:ext cx="36576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+50.1</a:t>
            </a:r>
            <a:endParaRPr lang="en-US" sz="600" dirty="0"/>
          </a:p>
        </p:txBody>
      </p:sp>
      <p:sp>
        <p:nvSpPr>
          <p:cNvPr id="99" name="Shape 97"/>
          <p:cNvSpPr/>
          <p:nvPr/>
        </p:nvSpPr>
        <p:spPr>
          <a:xfrm>
            <a:off x="1265027" y="505220"/>
            <a:ext cx="133868" cy="35431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00" name="Shape 98"/>
          <p:cNvSpPr/>
          <p:nvPr/>
        </p:nvSpPr>
        <p:spPr>
          <a:xfrm>
            <a:off x="1265027" y="841248"/>
            <a:ext cx="18288" cy="1828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265027" y="804672"/>
            <a:ext cx="54864" cy="548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265027" y="768096"/>
            <a:ext cx="91440" cy="91440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265027" y="731520"/>
            <a:ext cx="128016" cy="128016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265027" y="694944"/>
            <a:ext cx="133868" cy="13386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265027" y="658368"/>
            <a:ext cx="133868" cy="13386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265027" y="621792"/>
            <a:ext cx="133868" cy="13386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265027" y="585216"/>
            <a:ext cx="133868" cy="13386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265027" y="548640"/>
            <a:ext cx="133868" cy="13386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265027" y="512064"/>
            <a:ext cx="133868" cy="13386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294758" y="505220"/>
            <a:ext cx="104137" cy="104137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331334" y="505220"/>
            <a:ext cx="67561" cy="67561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367910" y="505220"/>
            <a:ext cx="30985" cy="30985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265027" y="505220"/>
            <a:ext cx="133868" cy="354316"/>
          </a:xfrm>
          <a:prstGeom prst="rect">
            <a:avLst/>
          </a:prstGeom>
          <a:ln w="7620">
            <a:solidFill>
              <a:srgbClr val="40404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265027" y="471524"/>
            <a:ext cx="133868" cy="33696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115" name="Shape 113"/>
          <p:cNvSpPr/>
          <p:nvPr/>
        </p:nvSpPr>
        <p:spPr>
          <a:xfrm>
            <a:off x="1265027" y="471524"/>
            <a:ext cx="133868" cy="33696"/>
          </a:xfrm>
          <a:prstGeom prst="rect">
            <a:avLst/>
          </a:prstGeom>
          <a:ln w="7620">
            <a:solidFill>
              <a:srgbClr val="404040"/>
            </a:solidFill>
            <a:prstDash val="dash"/>
          </a:ln>
        </p:spPr>
      </p:sp>
      <p:sp>
        <p:nvSpPr>
          <p:cNvPr id="116" name="Shape 114"/>
          <p:cNvSpPr/>
          <p:nvPr/>
        </p:nvSpPr>
        <p:spPr>
          <a:xfrm flipV="1">
            <a:off x="1331961" y="501068"/>
            <a:ext cx="0" cy="8033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315502" y="509101"/>
            <a:ext cx="32918" cy="0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315502" y="501068"/>
            <a:ext cx="32918" cy="0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 rot="16200000">
            <a:off x="1194801" y="665003"/>
            <a:ext cx="274320" cy="91440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72.3</a:t>
            </a:r>
            <a:endParaRPr lang="en-US" sz="600" dirty="0"/>
          </a:p>
        </p:txBody>
      </p:sp>
      <p:sp>
        <p:nvSpPr>
          <p:cNvPr id="120" name="Shape 118"/>
          <p:cNvSpPr/>
          <p:nvPr/>
        </p:nvSpPr>
        <p:spPr>
          <a:xfrm>
            <a:off x="1527185" y="598955"/>
            <a:ext cx="133868" cy="260581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21" name="Shape 119"/>
          <p:cNvSpPr/>
          <p:nvPr/>
        </p:nvSpPr>
        <p:spPr>
          <a:xfrm>
            <a:off x="1527185" y="598955"/>
            <a:ext cx="133868" cy="260581"/>
          </a:xfrm>
          <a:prstGeom prst="rect">
            <a:avLst/>
          </a:prstGeom>
          <a:ln w="7620">
            <a:solidFill>
              <a:srgbClr val="2F5597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V="1">
            <a:off x="1594119" y="593784"/>
            <a:ext cx="0" cy="11434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577660" y="605218"/>
            <a:ext cx="32918" cy="0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577660" y="593784"/>
            <a:ext cx="32918" cy="0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 rot="16200000">
            <a:off x="1411239" y="333180"/>
            <a:ext cx="36576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53.2</a:t>
            </a:r>
            <a:endParaRPr lang="en-US" sz="600" dirty="0"/>
          </a:p>
        </p:txBody>
      </p:sp>
      <p:sp>
        <p:nvSpPr>
          <p:cNvPr id="126" name="Shape 124"/>
          <p:cNvSpPr/>
          <p:nvPr/>
        </p:nvSpPr>
        <p:spPr>
          <a:xfrm>
            <a:off x="1674998" y="598685"/>
            <a:ext cx="133868" cy="2608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7" name="Shape 125"/>
          <p:cNvSpPr/>
          <p:nvPr/>
        </p:nvSpPr>
        <p:spPr>
          <a:xfrm flipV="1">
            <a:off x="1674998" y="598685"/>
            <a:ext cx="18288" cy="18288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 flipV="1">
            <a:off x="1674998" y="598685"/>
            <a:ext cx="54864" cy="548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 flipV="1">
            <a:off x="1674998" y="598685"/>
            <a:ext cx="91440" cy="91440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 flipV="1">
            <a:off x="1674998" y="598685"/>
            <a:ext cx="128016" cy="128016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 flipV="1">
            <a:off x="1674998" y="629409"/>
            <a:ext cx="133868" cy="133868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 flipV="1">
            <a:off x="1674998" y="665985"/>
            <a:ext cx="133868" cy="133868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flipV="1">
            <a:off x="1674998" y="702561"/>
            <a:ext cx="133868" cy="133868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 flipV="1">
            <a:off x="1688467" y="739137"/>
            <a:ext cx="120399" cy="120399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 flipV="1">
            <a:off x="1725043" y="775713"/>
            <a:ext cx="83823" cy="83823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 flipV="1">
            <a:off x="1761619" y="812289"/>
            <a:ext cx="47247" cy="47247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flipV="1">
            <a:off x="1798195" y="848865"/>
            <a:ext cx="10671" cy="10671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674998" y="598685"/>
            <a:ext cx="133868" cy="260851"/>
          </a:xfrm>
          <a:prstGeom prst="rect">
            <a:avLst/>
          </a:prstGeom>
          <a:ln w="7620">
            <a:solidFill>
              <a:srgbClr val="C55A11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 flipV="1">
            <a:off x="1741932" y="593510"/>
            <a:ext cx="0" cy="11709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725473" y="605218"/>
            <a:ext cx="32918" cy="0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725473" y="593510"/>
            <a:ext cx="32918" cy="0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142" name="Text 140"/>
          <p:cNvSpPr txBox="1"/>
          <p:nvPr/>
        </p:nvSpPr>
        <p:spPr>
          <a:xfrm rot="16200000">
            <a:off x="1559052" y="332906"/>
            <a:ext cx="36576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53.2</a:t>
            </a:r>
            <a:endParaRPr lang="en-US" sz="600" dirty="0"/>
          </a:p>
        </p:txBody>
      </p:sp>
      <p:sp>
        <p:nvSpPr>
          <p:cNvPr id="143" name="Shape 141"/>
          <p:cNvSpPr/>
          <p:nvPr/>
        </p:nvSpPr>
        <p:spPr>
          <a:xfrm>
            <a:off x="1822811" y="593784"/>
            <a:ext cx="133868" cy="26575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44" name="Shape 142"/>
          <p:cNvSpPr/>
          <p:nvPr/>
        </p:nvSpPr>
        <p:spPr>
          <a:xfrm>
            <a:off x="1822811" y="841248"/>
            <a:ext cx="18288" cy="1828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822811" y="804672"/>
            <a:ext cx="54864" cy="548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822811" y="768096"/>
            <a:ext cx="91440" cy="91440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822811" y="731520"/>
            <a:ext cx="128016" cy="128016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822811" y="694944"/>
            <a:ext cx="133868" cy="13386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822811" y="658368"/>
            <a:ext cx="133868" cy="13386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1822811" y="621792"/>
            <a:ext cx="133868" cy="13386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1831379" y="593784"/>
            <a:ext cx="125300" cy="125300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867955" y="593784"/>
            <a:ext cx="88724" cy="8872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1904531" y="593784"/>
            <a:ext cx="52148" cy="5214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941107" y="593784"/>
            <a:ext cx="15572" cy="15572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822811" y="593784"/>
            <a:ext cx="133868" cy="265752"/>
          </a:xfrm>
          <a:prstGeom prst="rect">
            <a:avLst/>
          </a:prstGeom>
          <a:ln w="7620">
            <a:solidFill>
              <a:srgbClr val="40404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 flipV="1">
            <a:off x="1889745" y="590245"/>
            <a:ext cx="0" cy="7621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873286" y="597867"/>
            <a:ext cx="32918" cy="0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1873286" y="590245"/>
            <a:ext cx="32918" cy="0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159" name="Text 157"/>
          <p:cNvSpPr txBox="1"/>
          <p:nvPr/>
        </p:nvSpPr>
        <p:spPr>
          <a:xfrm rot="16200000">
            <a:off x="1706865" y="329641"/>
            <a:ext cx="36576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54.2</a:t>
            </a:r>
            <a:endParaRPr lang="en-US" sz="600" dirty="0"/>
          </a:p>
        </p:txBody>
      </p:sp>
      <p:sp>
        <p:nvSpPr>
          <p:cNvPr id="160" name="Shape 158"/>
          <p:cNvSpPr/>
          <p:nvPr/>
        </p:nvSpPr>
        <p:spPr>
          <a:xfrm>
            <a:off x="2084969" y="476293"/>
            <a:ext cx="133868" cy="383243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61" name="Shape 159"/>
          <p:cNvSpPr/>
          <p:nvPr/>
        </p:nvSpPr>
        <p:spPr>
          <a:xfrm>
            <a:off x="2084969" y="476293"/>
            <a:ext cx="133868" cy="383243"/>
          </a:xfrm>
          <a:prstGeom prst="rect">
            <a:avLst/>
          </a:prstGeom>
          <a:ln w="7620">
            <a:solidFill>
              <a:srgbClr val="2F5597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2084969" y="472073"/>
            <a:ext cx="133868" cy="4220"/>
          </a:xfrm>
          <a:prstGeom prst="rect">
            <a:avLst/>
          </a:prstGeom>
          <a:solidFill>
            <a:srgbClr val="DEEBF7"/>
          </a:solidFill>
          <a:ln/>
        </p:spPr>
      </p:sp>
      <p:sp>
        <p:nvSpPr>
          <p:cNvPr id="163" name="Shape 161"/>
          <p:cNvSpPr/>
          <p:nvPr/>
        </p:nvSpPr>
        <p:spPr>
          <a:xfrm>
            <a:off x="2084969" y="472073"/>
            <a:ext cx="133868" cy="4220"/>
          </a:xfrm>
          <a:prstGeom prst="rect">
            <a:avLst/>
          </a:prstGeom>
          <a:ln w="7620">
            <a:solidFill>
              <a:srgbClr val="2F5597"/>
            </a:solidFill>
            <a:prstDash val="dash"/>
          </a:ln>
        </p:spPr>
      </p:sp>
      <p:sp>
        <p:nvSpPr>
          <p:cNvPr id="164" name="Text 162"/>
          <p:cNvSpPr txBox="1"/>
          <p:nvPr/>
        </p:nvSpPr>
        <p:spPr>
          <a:xfrm rot="16200000">
            <a:off x="1969023" y="211469"/>
            <a:ext cx="36576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78.2</a:t>
            </a:r>
            <a:endParaRPr lang="en-US" sz="600" dirty="0"/>
          </a:p>
        </p:txBody>
      </p:sp>
      <p:sp>
        <p:nvSpPr>
          <p:cNvPr id="165" name="Shape 163"/>
          <p:cNvSpPr/>
          <p:nvPr/>
        </p:nvSpPr>
        <p:spPr>
          <a:xfrm>
            <a:off x="2232782" y="476700"/>
            <a:ext cx="133868" cy="3828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6" name="Shape 164"/>
          <p:cNvSpPr/>
          <p:nvPr/>
        </p:nvSpPr>
        <p:spPr>
          <a:xfrm flipV="1">
            <a:off x="2232782" y="476700"/>
            <a:ext cx="18288" cy="18288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 flipV="1">
            <a:off x="2232782" y="476700"/>
            <a:ext cx="54864" cy="548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 flipV="1">
            <a:off x="2232782" y="476700"/>
            <a:ext cx="91440" cy="91440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 flipV="1">
            <a:off x="2232782" y="476700"/>
            <a:ext cx="128016" cy="128016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 flipV="1">
            <a:off x="2232782" y="507423"/>
            <a:ext cx="133868" cy="133868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 flipV="1">
            <a:off x="2232782" y="543999"/>
            <a:ext cx="133868" cy="133868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 flipV="1">
            <a:off x="2232782" y="580575"/>
            <a:ext cx="133868" cy="133868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 flipV="1">
            <a:off x="2232782" y="617151"/>
            <a:ext cx="133868" cy="133868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 flipV="1">
            <a:off x="2232782" y="653727"/>
            <a:ext cx="133868" cy="133868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 flipV="1">
            <a:off x="2232782" y="690303"/>
            <a:ext cx="133868" cy="133868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 flipV="1">
            <a:off x="2233994" y="726879"/>
            <a:ext cx="132657" cy="132657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 flipV="1">
            <a:off x="2270570" y="763455"/>
            <a:ext cx="96081" cy="96081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 flipV="1">
            <a:off x="2307146" y="800031"/>
            <a:ext cx="59505" cy="59505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 flipV="1">
            <a:off x="2343722" y="836607"/>
            <a:ext cx="22929" cy="22929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2232782" y="476700"/>
            <a:ext cx="133868" cy="382836"/>
          </a:xfrm>
          <a:prstGeom prst="rect">
            <a:avLst/>
          </a:prstGeom>
          <a:ln w="7620">
            <a:solidFill>
              <a:srgbClr val="C55A11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2232782" y="472073"/>
            <a:ext cx="133868" cy="4627"/>
          </a:xfrm>
          <a:prstGeom prst="rect">
            <a:avLst/>
          </a:prstGeom>
          <a:solidFill>
            <a:srgbClr val="FBE5D6"/>
          </a:solidFill>
          <a:ln/>
        </p:spPr>
      </p:sp>
      <p:sp>
        <p:nvSpPr>
          <p:cNvPr id="182" name="Shape 180"/>
          <p:cNvSpPr/>
          <p:nvPr/>
        </p:nvSpPr>
        <p:spPr>
          <a:xfrm>
            <a:off x="2232782" y="472073"/>
            <a:ext cx="133868" cy="4627"/>
          </a:xfrm>
          <a:prstGeom prst="rect">
            <a:avLst/>
          </a:prstGeom>
          <a:ln w="7620">
            <a:solidFill>
              <a:srgbClr val="C55A11"/>
            </a:solidFill>
            <a:prstDash val="dash"/>
          </a:ln>
        </p:spPr>
      </p:sp>
      <p:sp>
        <p:nvSpPr>
          <p:cNvPr id="183" name="Text 181"/>
          <p:cNvSpPr txBox="1"/>
          <p:nvPr/>
        </p:nvSpPr>
        <p:spPr>
          <a:xfrm rot="16200000">
            <a:off x="2116836" y="211469"/>
            <a:ext cx="36576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78.1</a:t>
            </a:r>
            <a:endParaRPr lang="en-US" sz="600" dirty="0"/>
          </a:p>
        </p:txBody>
      </p:sp>
      <p:sp>
        <p:nvSpPr>
          <p:cNvPr id="184" name="Shape 182"/>
          <p:cNvSpPr/>
          <p:nvPr/>
        </p:nvSpPr>
        <p:spPr>
          <a:xfrm>
            <a:off x="2380595" y="476562"/>
            <a:ext cx="133868" cy="382974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85" name="Shape 183"/>
          <p:cNvSpPr/>
          <p:nvPr/>
        </p:nvSpPr>
        <p:spPr>
          <a:xfrm>
            <a:off x="2380595" y="841248"/>
            <a:ext cx="18288" cy="1828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2380595" y="804672"/>
            <a:ext cx="54864" cy="548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2380595" y="768096"/>
            <a:ext cx="91440" cy="91440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2380595" y="731520"/>
            <a:ext cx="128016" cy="128016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2380595" y="694944"/>
            <a:ext cx="133868" cy="13386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2380595" y="658368"/>
            <a:ext cx="133868" cy="13386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2380595" y="621792"/>
            <a:ext cx="133868" cy="13386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2380595" y="585216"/>
            <a:ext cx="133868" cy="13386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2380595" y="548640"/>
            <a:ext cx="133868" cy="13386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2380595" y="512064"/>
            <a:ext cx="133868" cy="13386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2381669" y="476562"/>
            <a:ext cx="132794" cy="13279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2418245" y="476562"/>
            <a:ext cx="96218" cy="9621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2454821" y="476562"/>
            <a:ext cx="59642" cy="59642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2491397" y="476562"/>
            <a:ext cx="23066" cy="23066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2380595" y="476562"/>
            <a:ext cx="133868" cy="382974"/>
          </a:xfrm>
          <a:prstGeom prst="rect">
            <a:avLst/>
          </a:prstGeom>
          <a:ln w="7620">
            <a:solidFill>
              <a:srgbClr val="404040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2380595" y="472068"/>
            <a:ext cx="133868" cy="4494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201" name="Shape 199"/>
          <p:cNvSpPr/>
          <p:nvPr/>
        </p:nvSpPr>
        <p:spPr>
          <a:xfrm>
            <a:off x="2380595" y="472068"/>
            <a:ext cx="133868" cy="4494"/>
          </a:xfrm>
          <a:prstGeom prst="rect">
            <a:avLst/>
          </a:prstGeom>
          <a:ln w="7620">
            <a:solidFill>
              <a:srgbClr val="404040"/>
            </a:solidFill>
            <a:prstDash val="dash"/>
          </a:ln>
        </p:spPr>
      </p:sp>
      <p:sp>
        <p:nvSpPr>
          <p:cNvPr id="202" name="Text 200"/>
          <p:cNvSpPr txBox="1"/>
          <p:nvPr/>
        </p:nvSpPr>
        <p:spPr>
          <a:xfrm rot="16200000">
            <a:off x="2264649" y="211464"/>
            <a:ext cx="36576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78.1</a:t>
            </a:r>
            <a:endParaRPr lang="en-US" sz="600" dirty="0"/>
          </a:p>
        </p:txBody>
      </p:sp>
      <p:sp>
        <p:nvSpPr>
          <p:cNvPr id="203" name="Shape 201"/>
          <p:cNvSpPr/>
          <p:nvPr/>
        </p:nvSpPr>
        <p:spPr>
          <a:xfrm>
            <a:off x="347472" y="475283"/>
            <a:ext cx="2231136" cy="0"/>
          </a:xfrm>
          <a:prstGeom prst="line">
            <a:avLst/>
          </a:prstGeom>
          <a:noFill/>
          <a:ln w="8890">
            <a:solidFill>
              <a:srgbClr val="595959"/>
            </a:solidFill>
            <a:prstDash val="dash"/>
          </a:ln>
        </p:spPr>
      </p:sp>
      <p:sp>
        <p:nvSpPr>
          <p:cNvPr id="204" name="Shape 202"/>
          <p:cNvSpPr/>
          <p:nvPr/>
        </p:nvSpPr>
        <p:spPr>
          <a:xfrm>
            <a:off x="347472" y="246888"/>
            <a:ext cx="2231136" cy="612648"/>
          </a:xfrm>
          <a:prstGeom prst="rect">
            <a:avLst/>
          </a:prstGeom>
          <a:ln w="7620">
            <a:solidFill>
              <a:srgbClr val="404040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320040" y="859536"/>
            <a:ext cx="27432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206" name="Text 204"/>
          <p:cNvSpPr txBox="1"/>
          <p:nvPr/>
        </p:nvSpPr>
        <p:spPr>
          <a:xfrm>
            <a:off x="-64008" y="804672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00" dirty="0"/>
          </a:p>
        </p:txBody>
      </p:sp>
      <p:sp>
        <p:nvSpPr>
          <p:cNvPr id="207" name="Shape 205"/>
          <p:cNvSpPr/>
          <p:nvPr/>
        </p:nvSpPr>
        <p:spPr>
          <a:xfrm>
            <a:off x="320040" y="737006"/>
            <a:ext cx="27432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208" name="Text 206"/>
          <p:cNvSpPr txBox="1"/>
          <p:nvPr/>
        </p:nvSpPr>
        <p:spPr>
          <a:xfrm>
            <a:off x="-64008" y="682142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700" dirty="0"/>
          </a:p>
        </p:txBody>
      </p:sp>
      <p:sp>
        <p:nvSpPr>
          <p:cNvPr id="209" name="Shape 207"/>
          <p:cNvSpPr/>
          <p:nvPr/>
        </p:nvSpPr>
        <p:spPr>
          <a:xfrm>
            <a:off x="320040" y="614477"/>
            <a:ext cx="27432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210" name="Text 208"/>
          <p:cNvSpPr txBox="1"/>
          <p:nvPr/>
        </p:nvSpPr>
        <p:spPr>
          <a:xfrm>
            <a:off x="-64008" y="559613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700" dirty="0"/>
          </a:p>
        </p:txBody>
      </p:sp>
      <p:sp>
        <p:nvSpPr>
          <p:cNvPr id="211" name="Shape 209"/>
          <p:cNvSpPr/>
          <p:nvPr/>
        </p:nvSpPr>
        <p:spPr>
          <a:xfrm>
            <a:off x="320040" y="491947"/>
            <a:ext cx="27432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212" name="Text 210"/>
          <p:cNvSpPr txBox="1"/>
          <p:nvPr/>
        </p:nvSpPr>
        <p:spPr>
          <a:xfrm>
            <a:off x="-64008" y="437083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700" dirty="0"/>
          </a:p>
        </p:txBody>
      </p:sp>
      <p:sp>
        <p:nvSpPr>
          <p:cNvPr id="213" name="Shape 211"/>
          <p:cNvSpPr/>
          <p:nvPr/>
        </p:nvSpPr>
        <p:spPr>
          <a:xfrm>
            <a:off x="320040" y="369418"/>
            <a:ext cx="27432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214" name="Text 212"/>
          <p:cNvSpPr txBox="1"/>
          <p:nvPr/>
        </p:nvSpPr>
        <p:spPr>
          <a:xfrm>
            <a:off x="-64008" y="314554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700" dirty="0"/>
          </a:p>
        </p:txBody>
      </p:sp>
      <p:sp>
        <p:nvSpPr>
          <p:cNvPr id="215" name="Shape 213"/>
          <p:cNvSpPr/>
          <p:nvPr/>
        </p:nvSpPr>
        <p:spPr>
          <a:xfrm>
            <a:off x="320040" y="246888"/>
            <a:ext cx="27432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216" name="Text 214"/>
          <p:cNvSpPr txBox="1"/>
          <p:nvPr/>
        </p:nvSpPr>
        <p:spPr>
          <a:xfrm>
            <a:off x="-64008" y="192024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</a:t>
            </a:r>
            <a:endParaRPr lang="en-US" sz="700" dirty="0"/>
          </a:p>
        </p:txBody>
      </p:sp>
      <p:sp>
        <p:nvSpPr>
          <p:cNvPr id="217" name="Text 215"/>
          <p:cNvSpPr txBox="1"/>
          <p:nvPr/>
        </p:nvSpPr>
        <p:spPr>
          <a:xfrm rot="16200000">
            <a:off x="-466344" y="489204"/>
            <a:ext cx="109728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Results/s</a:t>
            </a:r>
            <a:endParaRPr lang="en-US" sz="750" dirty="0"/>
          </a:p>
        </p:txBody>
      </p:sp>
      <p:sp>
        <p:nvSpPr>
          <p:cNvPr id="218" name="Text 216"/>
          <p:cNvSpPr txBox="1"/>
          <p:nvPr/>
        </p:nvSpPr>
        <p:spPr>
          <a:xfrm>
            <a:off x="352044" y="87782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slot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cap</a:t>
            </a:r>
            <a:endParaRPr lang="en-US" sz="700" dirty="0"/>
          </a:p>
        </p:txBody>
      </p:sp>
      <p:sp>
        <p:nvSpPr>
          <p:cNvPr id="219" name="Text 217"/>
          <p:cNvSpPr txBox="1"/>
          <p:nvPr/>
        </p:nvSpPr>
        <p:spPr>
          <a:xfrm>
            <a:off x="909828" y="87782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slots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cap</a:t>
            </a:r>
            <a:endParaRPr lang="en-US" sz="700" dirty="0"/>
          </a:p>
        </p:txBody>
      </p:sp>
      <p:sp>
        <p:nvSpPr>
          <p:cNvPr id="220" name="Text 218"/>
          <p:cNvSpPr txBox="1"/>
          <p:nvPr/>
        </p:nvSpPr>
        <p:spPr>
          <a:xfrm>
            <a:off x="1467612" y="87782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slots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4</a:t>
            </a:r>
            <a:endParaRPr lang="en-US" sz="700" dirty="0"/>
          </a:p>
        </p:txBody>
      </p:sp>
      <p:sp>
        <p:nvSpPr>
          <p:cNvPr id="221" name="Text 219"/>
          <p:cNvSpPr txBox="1"/>
          <p:nvPr/>
        </p:nvSpPr>
        <p:spPr>
          <a:xfrm>
            <a:off x="2025396" y="87782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slots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8</a:t>
            </a:r>
            <a:endParaRPr lang="en-US" sz="700" dirty="0"/>
          </a:p>
        </p:txBody>
      </p:sp>
      <p:sp>
        <p:nvSpPr>
          <p:cNvPr id="222" name="Text 220"/>
          <p:cNvSpPr txBox="1"/>
          <p:nvPr/>
        </p:nvSpPr>
        <p:spPr>
          <a:xfrm>
            <a:off x="9144" y="1197864"/>
            <a:ext cx="2615184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</a:t>
            </a:r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 and late results/s by slots and cap</a:t>
            </a:r>
            <a:endParaRPr lang="en-US" sz="750" dirty="0"/>
          </a:p>
        </p:txBody>
      </p:sp>
      <p:sp>
        <p:nvSpPr>
          <p:cNvPr id="223" name="Shape 221"/>
          <p:cNvSpPr/>
          <p:nvPr/>
        </p:nvSpPr>
        <p:spPr>
          <a:xfrm>
            <a:off x="2990088" y="706374"/>
            <a:ext cx="1463040" cy="0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2990088" y="553212"/>
            <a:ext cx="1463040" cy="0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2990088" y="400050"/>
            <a:ext cx="1463040" cy="0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3355848" y="246888"/>
            <a:ext cx="0" cy="612648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3721608" y="246888"/>
            <a:ext cx="0" cy="612648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4087368" y="246888"/>
            <a:ext cx="0" cy="612648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3032150" y="681409"/>
            <a:ext cx="87782" cy="178127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30" name="Shape 228"/>
          <p:cNvSpPr/>
          <p:nvPr/>
        </p:nvSpPr>
        <p:spPr>
          <a:xfrm>
            <a:off x="3032150" y="681409"/>
            <a:ext cx="87782" cy="178127"/>
          </a:xfrm>
          <a:prstGeom prst="rect">
            <a:avLst/>
          </a:prstGeom>
          <a:ln w="7620">
            <a:solidFill>
              <a:srgbClr val="2F5597"/>
            </a:solidFill>
            <a:prstDash val="solid"/>
          </a:ln>
        </p:spPr>
      </p:sp>
      <p:sp>
        <p:nvSpPr>
          <p:cNvPr id="231" name="Text 229"/>
          <p:cNvSpPr txBox="1"/>
          <p:nvPr/>
        </p:nvSpPr>
        <p:spPr>
          <a:xfrm rot="16200000">
            <a:off x="2893162" y="429949"/>
            <a:ext cx="36576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600" dirty="0"/>
          </a:p>
        </p:txBody>
      </p:sp>
      <p:sp>
        <p:nvSpPr>
          <p:cNvPr id="232" name="Shape 230"/>
          <p:cNvSpPr/>
          <p:nvPr/>
        </p:nvSpPr>
        <p:spPr>
          <a:xfrm>
            <a:off x="3129077" y="682918"/>
            <a:ext cx="87782" cy="17661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3" name="Shape 231"/>
          <p:cNvSpPr/>
          <p:nvPr/>
        </p:nvSpPr>
        <p:spPr>
          <a:xfrm flipV="1">
            <a:off x="3129077" y="682918"/>
            <a:ext cx="18288" cy="18288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 flipV="1">
            <a:off x="3129077" y="682918"/>
            <a:ext cx="54864" cy="548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 flipV="1">
            <a:off x="3129077" y="686576"/>
            <a:ext cx="87782" cy="87782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 flipV="1">
            <a:off x="3129077" y="723152"/>
            <a:ext cx="87782" cy="87782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 flipV="1">
            <a:off x="3129077" y="759728"/>
            <a:ext cx="87782" cy="87782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 flipV="1">
            <a:off x="3153627" y="796304"/>
            <a:ext cx="63232" cy="63232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 flipV="1">
            <a:off x="3190203" y="832880"/>
            <a:ext cx="26656" cy="26656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3129077" y="682918"/>
            <a:ext cx="87782" cy="176618"/>
          </a:xfrm>
          <a:prstGeom prst="rect">
            <a:avLst/>
          </a:prstGeom>
          <a:ln w="7620">
            <a:solidFill>
              <a:srgbClr val="C55A11"/>
            </a:solidFill>
            <a:prstDash val="solid"/>
          </a:ln>
        </p:spPr>
      </p:sp>
      <p:sp>
        <p:nvSpPr>
          <p:cNvPr id="241" name="Text 239"/>
          <p:cNvSpPr txBox="1"/>
          <p:nvPr/>
        </p:nvSpPr>
        <p:spPr>
          <a:xfrm rot="16200000">
            <a:off x="2990088" y="431458"/>
            <a:ext cx="36576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600" dirty="0"/>
          </a:p>
        </p:txBody>
      </p:sp>
      <p:sp>
        <p:nvSpPr>
          <p:cNvPr id="242" name="Shape 240"/>
          <p:cNvSpPr/>
          <p:nvPr/>
        </p:nvSpPr>
        <p:spPr>
          <a:xfrm>
            <a:off x="3226003" y="647774"/>
            <a:ext cx="87782" cy="21176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43" name="Shape 241"/>
          <p:cNvSpPr/>
          <p:nvPr/>
        </p:nvSpPr>
        <p:spPr>
          <a:xfrm>
            <a:off x="3226003" y="841248"/>
            <a:ext cx="18288" cy="1828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3226003" y="804672"/>
            <a:ext cx="54864" cy="548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3226003" y="768096"/>
            <a:ext cx="87782" cy="87782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3226003" y="731520"/>
            <a:ext cx="87782" cy="87782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3226003" y="694944"/>
            <a:ext cx="87782" cy="87782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3226003" y="658368"/>
            <a:ext cx="87782" cy="87782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3251985" y="647774"/>
            <a:ext cx="61800" cy="61800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3288561" y="647774"/>
            <a:ext cx="25224" cy="2522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3226003" y="647774"/>
            <a:ext cx="87782" cy="211762"/>
          </a:xfrm>
          <a:prstGeom prst="rect">
            <a:avLst/>
          </a:prstGeom>
          <a:ln w="7620">
            <a:solidFill>
              <a:srgbClr val="404040"/>
            </a:solidFill>
            <a:prstDash val="solid"/>
          </a:ln>
        </p:spPr>
      </p:sp>
      <p:sp>
        <p:nvSpPr>
          <p:cNvPr id="252" name="Text 250"/>
          <p:cNvSpPr txBox="1"/>
          <p:nvPr/>
        </p:nvSpPr>
        <p:spPr>
          <a:xfrm rot="16200000">
            <a:off x="3087014" y="396314"/>
            <a:ext cx="36576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600" dirty="0"/>
          </a:p>
        </p:txBody>
      </p:sp>
      <p:sp>
        <p:nvSpPr>
          <p:cNvPr id="253" name="Shape 251"/>
          <p:cNvSpPr/>
          <p:nvPr/>
        </p:nvSpPr>
        <p:spPr>
          <a:xfrm>
            <a:off x="3397910" y="417615"/>
            <a:ext cx="87782" cy="441921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54" name="Shape 252"/>
          <p:cNvSpPr/>
          <p:nvPr/>
        </p:nvSpPr>
        <p:spPr>
          <a:xfrm>
            <a:off x="3397910" y="417615"/>
            <a:ext cx="87782" cy="441921"/>
          </a:xfrm>
          <a:prstGeom prst="rect">
            <a:avLst/>
          </a:prstGeom>
          <a:ln w="7620">
            <a:solidFill>
              <a:srgbClr val="2F5597"/>
            </a:solidFill>
            <a:prstDash val="solid"/>
          </a:ln>
        </p:spPr>
      </p:sp>
      <p:sp>
        <p:nvSpPr>
          <p:cNvPr id="255" name="Text 253"/>
          <p:cNvSpPr txBox="1"/>
          <p:nvPr/>
        </p:nvSpPr>
        <p:spPr>
          <a:xfrm rot="16200000">
            <a:off x="3258922" y="166155"/>
            <a:ext cx="36576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600" dirty="0"/>
          </a:p>
        </p:txBody>
      </p:sp>
      <p:sp>
        <p:nvSpPr>
          <p:cNvPr id="256" name="Shape 254"/>
          <p:cNvSpPr/>
          <p:nvPr/>
        </p:nvSpPr>
        <p:spPr>
          <a:xfrm>
            <a:off x="3494837" y="417861"/>
            <a:ext cx="87782" cy="4416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7" name="Shape 255"/>
          <p:cNvSpPr/>
          <p:nvPr/>
        </p:nvSpPr>
        <p:spPr>
          <a:xfrm flipV="1">
            <a:off x="3494837" y="417861"/>
            <a:ext cx="18288" cy="18288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 flipV="1">
            <a:off x="3494837" y="417861"/>
            <a:ext cx="54864" cy="548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 flipV="1">
            <a:off x="3494837" y="421518"/>
            <a:ext cx="87782" cy="87782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 flipV="1">
            <a:off x="3494837" y="458094"/>
            <a:ext cx="87782" cy="87782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 flipV="1">
            <a:off x="3494837" y="494670"/>
            <a:ext cx="87782" cy="87782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 flipV="1">
            <a:off x="3494837" y="531246"/>
            <a:ext cx="87782" cy="87782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 flipV="1">
            <a:off x="3494837" y="567822"/>
            <a:ext cx="87782" cy="87782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 flipV="1">
            <a:off x="3494837" y="604398"/>
            <a:ext cx="87782" cy="87782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 flipV="1">
            <a:off x="3494837" y="640974"/>
            <a:ext cx="87782" cy="87782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 flipV="1">
            <a:off x="3494837" y="677550"/>
            <a:ext cx="87782" cy="87782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 flipV="1">
            <a:off x="3494837" y="714126"/>
            <a:ext cx="87782" cy="87782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 flipV="1">
            <a:off x="3494837" y="750702"/>
            <a:ext cx="87782" cy="87782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 flipV="1">
            <a:off x="3510361" y="787278"/>
            <a:ext cx="72258" cy="72258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 flipV="1">
            <a:off x="3546937" y="823854"/>
            <a:ext cx="35682" cy="35682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3494837" y="417861"/>
            <a:ext cx="87782" cy="441675"/>
          </a:xfrm>
          <a:prstGeom prst="rect">
            <a:avLst/>
          </a:prstGeom>
          <a:ln w="7620">
            <a:solidFill>
              <a:srgbClr val="C55A11"/>
            </a:solidFill>
            <a:prstDash val="solid"/>
          </a:ln>
        </p:spPr>
      </p:sp>
      <p:sp>
        <p:nvSpPr>
          <p:cNvPr id="272" name="Text 270"/>
          <p:cNvSpPr txBox="1"/>
          <p:nvPr/>
        </p:nvSpPr>
        <p:spPr>
          <a:xfrm rot="16200000">
            <a:off x="3355848" y="166401"/>
            <a:ext cx="36576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600" dirty="0"/>
          </a:p>
        </p:txBody>
      </p:sp>
      <p:sp>
        <p:nvSpPr>
          <p:cNvPr id="273" name="Shape 271"/>
          <p:cNvSpPr/>
          <p:nvPr/>
        </p:nvSpPr>
        <p:spPr>
          <a:xfrm>
            <a:off x="3591763" y="421458"/>
            <a:ext cx="87782" cy="43807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74" name="Shape 272"/>
          <p:cNvSpPr/>
          <p:nvPr/>
        </p:nvSpPr>
        <p:spPr>
          <a:xfrm>
            <a:off x="3591763" y="841248"/>
            <a:ext cx="18288" cy="1828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3591763" y="804672"/>
            <a:ext cx="54864" cy="548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3591763" y="768096"/>
            <a:ext cx="87782" cy="87782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3591763" y="731520"/>
            <a:ext cx="87782" cy="87782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3591763" y="694944"/>
            <a:ext cx="87782" cy="87782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3591763" y="658368"/>
            <a:ext cx="87782" cy="87782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3591763" y="621792"/>
            <a:ext cx="87782" cy="87782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3591763" y="585216"/>
            <a:ext cx="87782" cy="87782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3591763" y="548640"/>
            <a:ext cx="87782" cy="87782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3591763" y="512064"/>
            <a:ext cx="87782" cy="87782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3591763" y="475488"/>
            <a:ext cx="87782" cy="87782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3591763" y="438912"/>
            <a:ext cx="87782" cy="87782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3610885" y="421458"/>
            <a:ext cx="68661" cy="68661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3647461" y="421458"/>
            <a:ext cx="32085" cy="32085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3591763" y="421458"/>
            <a:ext cx="87782" cy="438078"/>
          </a:xfrm>
          <a:prstGeom prst="rect">
            <a:avLst/>
          </a:prstGeom>
          <a:ln w="7620">
            <a:solidFill>
              <a:srgbClr val="404040"/>
            </a:solidFill>
            <a:prstDash val="solid"/>
          </a:ln>
        </p:spPr>
      </p:sp>
      <p:sp>
        <p:nvSpPr>
          <p:cNvPr id="289" name="Text 287"/>
          <p:cNvSpPr txBox="1"/>
          <p:nvPr/>
        </p:nvSpPr>
        <p:spPr>
          <a:xfrm rot="16200000">
            <a:off x="3452774" y="169998"/>
            <a:ext cx="36576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600" dirty="0"/>
          </a:p>
        </p:txBody>
      </p:sp>
      <p:sp>
        <p:nvSpPr>
          <p:cNvPr id="290" name="Shape 288"/>
          <p:cNvSpPr/>
          <p:nvPr/>
        </p:nvSpPr>
        <p:spPr>
          <a:xfrm>
            <a:off x="3763670" y="786907"/>
            <a:ext cx="87782" cy="72629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91" name="Shape 289"/>
          <p:cNvSpPr/>
          <p:nvPr/>
        </p:nvSpPr>
        <p:spPr>
          <a:xfrm>
            <a:off x="3763670" y="786907"/>
            <a:ext cx="87782" cy="72629"/>
          </a:xfrm>
          <a:prstGeom prst="rect">
            <a:avLst/>
          </a:prstGeom>
          <a:ln w="7620">
            <a:solidFill>
              <a:srgbClr val="2F5597"/>
            </a:solidFill>
            <a:prstDash val="solid"/>
          </a:ln>
        </p:spPr>
      </p:sp>
      <p:sp>
        <p:nvSpPr>
          <p:cNvPr id="292" name="Text 290"/>
          <p:cNvSpPr txBox="1"/>
          <p:nvPr/>
        </p:nvSpPr>
        <p:spPr>
          <a:xfrm rot="16200000">
            <a:off x="3624682" y="535447"/>
            <a:ext cx="36576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600" dirty="0"/>
          </a:p>
        </p:txBody>
      </p:sp>
      <p:sp>
        <p:nvSpPr>
          <p:cNvPr id="293" name="Shape 291"/>
          <p:cNvSpPr/>
          <p:nvPr/>
        </p:nvSpPr>
        <p:spPr>
          <a:xfrm>
            <a:off x="3860597" y="788565"/>
            <a:ext cx="87782" cy="7097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4" name="Shape 292"/>
          <p:cNvSpPr/>
          <p:nvPr/>
        </p:nvSpPr>
        <p:spPr>
          <a:xfrm flipV="1">
            <a:off x="3860597" y="788565"/>
            <a:ext cx="18288" cy="18288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 flipV="1">
            <a:off x="3860597" y="788565"/>
            <a:ext cx="54864" cy="548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 flipV="1">
            <a:off x="3881066" y="792223"/>
            <a:ext cx="67313" cy="67313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 flipV="1">
            <a:off x="3917642" y="828799"/>
            <a:ext cx="30737" cy="30737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3860597" y="788565"/>
            <a:ext cx="87782" cy="70971"/>
          </a:xfrm>
          <a:prstGeom prst="rect">
            <a:avLst/>
          </a:prstGeom>
          <a:ln w="7620">
            <a:solidFill>
              <a:srgbClr val="C55A11"/>
            </a:solidFill>
            <a:prstDash val="solid"/>
          </a:ln>
        </p:spPr>
      </p:sp>
      <p:sp>
        <p:nvSpPr>
          <p:cNvPr id="299" name="Text 297"/>
          <p:cNvSpPr txBox="1"/>
          <p:nvPr/>
        </p:nvSpPr>
        <p:spPr>
          <a:xfrm rot="16200000">
            <a:off x="3721608" y="537105"/>
            <a:ext cx="36576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600" dirty="0"/>
          </a:p>
        </p:txBody>
      </p:sp>
      <p:sp>
        <p:nvSpPr>
          <p:cNvPr id="300" name="Shape 298"/>
          <p:cNvSpPr/>
          <p:nvPr/>
        </p:nvSpPr>
        <p:spPr>
          <a:xfrm>
            <a:off x="3957523" y="667908"/>
            <a:ext cx="87782" cy="19162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01" name="Shape 299"/>
          <p:cNvSpPr/>
          <p:nvPr/>
        </p:nvSpPr>
        <p:spPr>
          <a:xfrm>
            <a:off x="3957523" y="841248"/>
            <a:ext cx="18288" cy="1828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3957523" y="804672"/>
            <a:ext cx="54864" cy="548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3957523" y="768096"/>
            <a:ext cx="87782" cy="87782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3957523" y="731520"/>
            <a:ext cx="87782" cy="87782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3957523" y="694944"/>
            <a:ext cx="87782" cy="87782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3967064" y="667908"/>
            <a:ext cx="78242" cy="78242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4003640" y="667908"/>
            <a:ext cx="41666" cy="41666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4040216" y="667908"/>
            <a:ext cx="5090" cy="5090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3957523" y="667908"/>
            <a:ext cx="87782" cy="191628"/>
          </a:xfrm>
          <a:prstGeom prst="rect">
            <a:avLst/>
          </a:prstGeom>
          <a:ln w="7620">
            <a:solidFill>
              <a:srgbClr val="404040"/>
            </a:solidFill>
            <a:prstDash val="solid"/>
          </a:ln>
        </p:spPr>
      </p:sp>
      <p:sp>
        <p:nvSpPr>
          <p:cNvPr id="310" name="Text 308"/>
          <p:cNvSpPr txBox="1"/>
          <p:nvPr/>
        </p:nvSpPr>
        <p:spPr>
          <a:xfrm rot="16200000">
            <a:off x="3818534" y="416448"/>
            <a:ext cx="36576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600" dirty="0"/>
          </a:p>
        </p:txBody>
      </p:sp>
      <p:sp>
        <p:nvSpPr>
          <p:cNvPr id="311" name="Shape 309"/>
          <p:cNvSpPr/>
          <p:nvPr/>
        </p:nvSpPr>
        <p:spPr>
          <a:xfrm>
            <a:off x="4129430" y="630506"/>
            <a:ext cx="87782" cy="22903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12" name="Shape 310"/>
          <p:cNvSpPr/>
          <p:nvPr/>
        </p:nvSpPr>
        <p:spPr>
          <a:xfrm>
            <a:off x="4129430" y="630506"/>
            <a:ext cx="87782" cy="229030"/>
          </a:xfrm>
          <a:prstGeom prst="rect">
            <a:avLst/>
          </a:prstGeom>
          <a:ln w="7620">
            <a:solidFill>
              <a:srgbClr val="2F5597"/>
            </a:solidFill>
            <a:prstDash val="solid"/>
          </a:ln>
        </p:spPr>
      </p:sp>
      <p:sp>
        <p:nvSpPr>
          <p:cNvPr id="313" name="Text 311"/>
          <p:cNvSpPr txBox="1"/>
          <p:nvPr/>
        </p:nvSpPr>
        <p:spPr>
          <a:xfrm rot="16200000">
            <a:off x="3990442" y="379046"/>
            <a:ext cx="36576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600" dirty="0"/>
          </a:p>
        </p:txBody>
      </p:sp>
      <p:sp>
        <p:nvSpPr>
          <p:cNvPr id="314" name="Shape 312"/>
          <p:cNvSpPr/>
          <p:nvPr/>
        </p:nvSpPr>
        <p:spPr>
          <a:xfrm>
            <a:off x="4226357" y="621352"/>
            <a:ext cx="87782" cy="238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5" name="Shape 313"/>
          <p:cNvSpPr/>
          <p:nvPr/>
        </p:nvSpPr>
        <p:spPr>
          <a:xfrm flipV="1">
            <a:off x="4226357" y="621352"/>
            <a:ext cx="18288" cy="18288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 flipV="1">
            <a:off x="4226357" y="621352"/>
            <a:ext cx="54864" cy="54864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 flipV="1">
            <a:off x="4226357" y="625009"/>
            <a:ext cx="87782" cy="87782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 flipV="1">
            <a:off x="4226357" y="661585"/>
            <a:ext cx="87782" cy="87782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 flipV="1">
            <a:off x="4226357" y="698161"/>
            <a:ext cx="87782" cy="87782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 flipV="1">
            <a:off x="4226357" y="734737"/>
            <a:ext cx="87782" cy="87782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 flipV="1">
            <a:off x="4226357" y="771313"/>
            <a:ext cx="87782" cy="87782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 flipV="1">
            <a:off x="4262492" y="807889"/>
            <a:ext cx="51647" cy="51647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 flipV="1">
            <a:off x="4299068" y="844465"/>
            <a:ext cx="15071" cy="15071"/>
          </a:xfrm>
          <a:prstGeom prst="line">
            <a:avLst/>
          </a:prstGeom>
          <a:noFill/>
          <a:ln w="5715">
            <a:solidFill>
              <a:srgbClr val="ED7D31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4226357" y="621352"/>
            <a:ext cx="87782" cy="238184"/>
          </a:xfrm>
          <a:prstGeom prst="rect">
            <a:avLst/>
          </a:prstGeom>
          <a:ln w="7620">
            <a:solidFill>
              <a:srgbClr val="C55A11"/>
            </a:solidFill>
            <a:prstDash val="solid"/>
          </a:ln>
        </p:spPr>
      </p:sp>
      <p:sp>
        <p:nvSpPr>
          <p:cNvPr id="325" name="Text 323"/>
          <p:cNvSpPr txBox="1"/>
          <p:nvPr/>
        </p:nvSpPr>
        <p:spPr>
          <a:xfrm rot="16200000">
            <a:off x="4087368" y="369892"/>
            <a:ext cx="36576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600" dirty="0"/>
          </a:p>
        </p:txBody>
      </p:sp>
      <p:sp>
        <p:nvSpPr>
          <p:cNvPr id="326" name="Shape 324"/>
          <p:cNvSpPr/>
          <p:nvPr/>
        </p:nvSpPr>
        <p:spPr>
          <a:xfrm>
            <a:off x="4323283" y="481230"/>
            <a:ext cx="87782" cy="37830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27" name="Shape 325"/>
          <p:cNvSpPr/>
          <p:nvPr/>
        </p:nvSpPr>
        <p:spPr>
          <a:xfrm>
            <a:off x="4323283" y="841248"/>
            <a:ext cx="18288" cy="1828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4323283" y="804672"/>
            <a:ext cx="54864" cy="548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4323283" y="768096"/>
            <a:ext cx="87782" cy="87782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4323283" y="731520"/>
            <a:ext cx="87782" cy="87782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4323283" y="694944"/>
            <a:ext cx="87782" cy="87782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4323283" y="658368"/>
            <a:ext cx="87782" cy="87782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4323283" y="621792"/>
            <a:ext cx="87782" cy="87782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4323283" y="585216"/>
            <a:ext cx="87782" cy="87782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4323283" y="548640"/>
            <a:ext cx="87782" cy="87782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4323283" y="512064"/>
            <a:ext cx="87782" cy="87782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4329025" y="481230"/>
            <a:ext cx="82040" cy="82040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4365601" y="481230"/>
            <a:ext cx="45464" cy="45464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4402177" y="481230"/>
            <a:ext cx="8888" cy="8888"/>
          </a:xfrm>
          <a:prstGeom prst="line">
            <a:avLst/>
          </a:prstGeom>
          <a:noFill/>
          <a:ln w="5715">
            <a:solidFill>
              <a:srgbClr val="7F7F7F"/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4323283" y="481230"/>
            <a:ext cx="87782" cy="378306"/>
          </a:xfrm>
          <a:prstGeom prst="rect">
            <a:avLst/>
          </a:prstGeom>
          <a:ln w="7620">
            <a:solidFill>
              <a:srgbClr val="404040"/>
            </a:solidFill>
            <a:prstDash val="solid"/>
          </a:ln>
        </p:spPr>
      </p:sp>
      <p:sp>
        <p:nvSpPr>
          <p:cNvPr id="341" name="Text 339"/>
          <p:cNvSpPr txBox="1"/>
          <p:nvPr/>
        </p:nvSpPr>
        <p:spPr>
          <a:xfrm rot="16200000">
            <a:off x="4184294" y="229770"/>
            <a:ext cx="36576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600" dirty="0"/>
          </a:p>
        </p:txBody>
      </p:sp>
      <p:sp>
        <p:nvSpPr>
          <p:cNvPr id="342" name="Shape 340"/>
          <p:cNvSpPr/>
          <p:nvPr/>
        </p:nvSpPr>
        <p:spPr>
          <a:xfrm>
            <a:off x="2990088" y="246888"/>
            <a:ext cx="1463040" cy="612648"/>
          </a:xfrm>
          <a:prstGeom prst="rect">
            <a:avLst/>
          </a:prstGeom>
          <a:ln w="7620">
            <a:solidFill>
              <a:srgbClr val="404040"/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2962656" y="859536"/>
            <a:ext cx="27432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344" name="Text 342"/>
          <p:cNvSpPr txBox="1"/>
          <p:nvPr/>
        </p:nvSpPr>
        <p:spPr>
          <a:xfrm>
            <a:off x="2578608" y="804672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00" dirty="0"/>
          </a:p>
        </p:txBody>
      </p:sp>
      <p:sp>
        <p:nvSpPr>
          <p:cNvPr id="345" name="Shape 343"/>
          <p:cNvSpPr/>
          <p:nvPr/>
        </p:nvSpPr>
        <p:spPr>
          <a:xfrm>
            <a:off x="2962656" y="706374"/>
            <a:ext cx="27432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346" name="Text 344"/>
          <p:cNvSpPr txBox="1"/>
          <p:nvPr/>
        </p:nvSpPr>
        <p:spPr>
          <a:xfrm>
            <a:off x="2578608" y="651510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700" dirty="0"/>
          </a:p>
        </p:txBody>
      </p:sp>
      <p:sp>
        <p:nvSpPr>
          <p:cNvPr id="347" name="Shape 345"/>
          <p:cNvSpPr/>
          <p:nvPr/>
        </p:nvSpPr>
        <p:spPr>
          <a:xfrm>
            <a:off x="2962656" y="553212"/>
            <a:ext cx="27432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348" name="Text 346"/>
          <p:cNvSpPr txBox="1"/>
          <p:nvPr/>
        </p:nvSpPr>
        <p:spPr>
          <a:xfrm>
            <a:off x="2578608" y="498348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700" dirty="0"/>
          </a:p>
        </p:txBody>
      </p:sp>
      <p:sp>
        <p:nvSpPr>
          <p:cNvPr id="349" name="Shape 347"/>
          <p:cNvSpPr/>
          <p:nvPr/>
        </p:nvSpPr>
        <p:spPr>
          <a:xfrm>
            <a:off x="2962656" y="400050"/>
            <a:ext cx="27432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350" name="Text 348"/>
          <p:cNvSpPr txBox="1"/>
          <p:nvPr/>
        </p:nvSpPr>
        <p:spPr>
          <a:xfrm>
            <a:off x="2578608" y="345186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</a:t>
            </a:r>
            <a:endParaRPr lang="en-US" sz="700" dirty="0"/>
          </a:p>
        </p:txBody>
      </p:sp>
      <p:sp>
        <p:nvSpPr>
          <p:cNvPr id="351" name="Shape 349"/>
          <p:cNvSpPr/>
          <p:nvPr/>
        </p:nvSpPr>
        <p:spPr>
          <a:xfrm>
            <a:off x="2962656" y="246888"/>
            <a:ext cx="27432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352" name="Text 350"/>
          <p:cNvSpPr txBox="1"/>
          <p:nvPr/>
        </p:nvSpPr>
        <p:spPr>
          <a:xfrm>
            <a:off x="2578608" y="192024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700" dirty="0"/>
          </a:p>
        </p:txBody>
      </p:sp>
      <p:sp>
        <p:nvSpPr>
          <p:cNvPr id="353" name="Text 351"/>
          <p:cNvSpPr txBox="1"/>
          <p:nvPr/>
        </p:nvSpPr>
        <p:spPr>
          <a:xfrm rot="16200000">
            <a:off x="2176272" y="603942"/>
            <a:ext cx="109728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source storage (MiB)</a:t>
            </a:r>
            <a:endParaRPr lang="en-US" sz="750" dirty="0"/>
          </a:p>
        </p:txBody>
      </p:sp>
      <p:sp>
        <p:nvSpPr>
          <p:cNvPr id="354" name="Text 352"/>
          <p:cNvSpPr txBox="1"/>
          <p:nvPr/>
        </p:nvSpPr>
        <p:spPr>
          <a:xfrm>
            <a:off x="2898648" y="87782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slot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cap</a:t>
            </a:r>
            <a:endParaRPr lang="en-US" sz="700" dirty="0"/>
          </a:p>
        </p:txBody>
      </p:sp>
      <p:sp>
        <p:nvSpPr>
          <p:cNvPr id="355" name="Text 353"/>
          <p:cNvSpPr txBox="1"/>
          <p:nvPr/>
        </p:nvSpPr>
        <p:spPr>
          <a:xfrm>
            <a:off x="3264408" y="87782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slots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cap</a:t>
            </a:r>
            <a:endParaRPr lang="en-US" sz="700" dirty="0"/>
          </a:p>
        </p:txBody>
      </p:sp>
      <p:sp>
        <p:nvSpPr>
          <p:cNvPr id="356" name="Text 354"/>
          <p:cNvSpPr txBox="1"/>
          <p:nvPr/>
        </p:nvSpPr>
        <p:spPr>
          <a:xfrm>
            <a:off x="3630168" y="87782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slots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4</a:t>
            </a:r>
            <a:endParaRPr lang="en-US" sz="700" dirty="0"/>
          </a:p>
        </p:txBody>
      </p:sp>
      <p:sp>
        <p:nvSpPr>
          <p:cNvPr id="357" name="Text 355"/>
          <p:cNvSpPr txBox="1"/>
          <p:nvPr/>
        </p:nvSpPr>
        <p:spPr>
          <a:xfrm>
            <a:off x="3995928" y="87782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slots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8</a:t>
            </a:r>
            <a:endParaRPr lang="en-US" sz="700" dirty="0"/>
          </a:p>
        </p:txBody>
      </p:sp>
      <p:sp>
        <p:nvSpPr>
          <p:cNvPr id="358" name="Text 356"/>
          <p:cNvSpPr txBox="1"/>
          <p:nvPr/>
        </p:nvSpPr>
        <p:spPr>
          <a:xfrm>
            <a:off x="2651760" y="1197864"/>
            <a:ext cx="1847088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</a:t>
            </a:r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source storage (time average)</a:t>
            </a:r>
            <a:endParaRPr lang="en-US" sz="750" dirty="0"/>
          </a:p>
        </p:txBody>
      </p:sp>
      <p:sp>
        <p:nvSpPr>
          <p:cNvPr id="359" name="Shape 357"/>
          <p:cNvSpPr/>
          <p:nvPr/>
        </p:nvSpPr>
        <p:spPr>
          <a:xfrm>
            <a:off x="4864608" y="737006"/>
            <a:ext cx="1554480" cy="0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4864608" y="614477"/>
            <a:ext cx="1554480" cy="0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4864608" y="491947"/>
            <a:ext cx="1554480" cy="0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4864608" y="369418"/>
            <a:ext cx="1554480" cy="0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4924396" y="246888"/>
            <a:ext cx="0" cy="612648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5163546" y="246888"/>
            <a:ext cx="0" cy="612648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5402697" y="246888"/>
            <a:ext cx="0" cy="612648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5761423" y="246888"/>
            <a:ext cx="0" cy="612648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6359300" y="246888"/>
            <a:ext cx="0" cy="612648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5163546" y="246888"/>
            <a:ext cx="0" cy="612648"/>
          </a:xfrm>
          <a:prstGeom prst="line">
            <a:avLst/>
          </a:prstGeom>
          <a:noFill/>
          <a:ln w="8890">
            <a:solidFill>
              <a:srgbClr val="595959"/>
            </a:solidFill>
            <a:prstDash val="dash"/>
          </a:ln>
        </p:spPr>
      </p:sp>
      <p:sp>
        <p:nvSpPr>
          <p:cNvPr id="369" name="Text 367"/>
          <p:cNvSpPr txBox="1"/>
          <p:nvPr/>
        </p:nvSpPr>
        <p:spPr>
          <a:xfrm>
            <a:off x="5199419" y="251734"/>
            <a:ext cx="640080" cy="1005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in (a)</a:t>
            </a:r>
            <a:endParaRPr lang="en-US" sz="630" dirty="0"/>
          </a:p>
        </p:txBody>
      </p:sp>
      <p:sp>
        <p:nvSpPr>
          <p:cNvPr id="370" name="Shape 368"/>
          <p:cNvSpPr/>
          <p:nvPr/>
        </p:nvSpPr>
        <p:spPr>
          <a:xfrm>
            <a:off x="4924396" y="374521"/>
            <a:ext cx="1434905" cy="278246"/>
          </a:xfrm>
          <a:custGeom>
            <a:avLst/>
            <a:gdLst/>
            <a:ahLst/>
            <a:cxnLst/>
            <a:rect l="l" t="t" r="r" b="b"/>
            <a:pathLst>
              <a:path w="1434905" h="278246">
                <a:moveTo>
                  <a:pt x="0" y="278246"/>
                </a:moveTo>
                <a:lnTo>
                  <a:pt x="119575" y="137423"/>
                </a:lnTo>
                <a:lnTo>
                  <a:pt x="239151" y="42120"/>
                </a:lnTo>
                <a:lnTo>
                  <a:pt x="358726" y="2132"/>
                </a:lnTo>
                <a:lnTo>
                  <a:pt x="478302" y="852"/>
                </a:lnTo>
                <a:lnTo>
                  <a:pt x="597877" y="600"/>
                </a:lnTo>
                <a:lnTo>
                  <a:pt x="837028" y="86"/>
                </a:lnTo>
                <a:lnTo>
                  <a:pt x="1434905" y="0"/>
                </a:lnTo>
              </a:path>
            </a:pathLst>
          </a:custGeom>
          <a:ln w="14605">
            <a:solidFill>
              <a:srgbClr val="7F7F7F"/>
            </a:solidFill>
            <a:prstDash val="dash"/>
          </a:ln>
        </p:spPr>
      </p:sp>
      <p:sp>
        <p:nvSpPr>
          <p:cNvPr id="371" name="Shape 369"/>
          <p:cNvSpPr/>
          <p:nvPr/>
        </p:nvSpPr>
        <p:spPr>
          <a:xfrm>
            <a:off x="4901764" y="630136"/>
            <a:ext cx="45263" cy="45263"/>
          </a:xfrm>
          <a:prstGeom prst="rect">
            <a:avLst/>
          </a:prstGeom>
          <a:solidFill>
            <a:srgbClr val="FFFFFF"/>
          </a:solidFill>
          <a:ln w="8890">
            <a:solidFill>
              <a:srgbClr val="7F7F7F"/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>
            <a:off x="5021340" y="489313"/>
            <a:ext cx="45263" cy="45263"/>
          </a:xfrm>
          <a:prstGeom prst="rect">
            <a:avLst/>
          </a:prstGeom>
          <a:solidFill>
            <a:srgbClr val="FFFFFF"/>
          </a:solidFill>
          <a:ln w="8890">
            <a:solidFill>
              <a:srgbClr val="7F7F7F"/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>
            <a:off x="5140915" y="394009"/>
            <a:ext cx="45263" cy="45263"/>
          </a:xfrm>
          <a:prstGeom prst="rect">
            <a:avLst/>
          </a:prstGeom>
          <a:solidFill>
            <a:srgbClr val="FFFFFF"/>
          </a:solidFill>
          <a:ln w="8890">
            <a:solidFill>
              <a:srgbClr val="7F7F7F"/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5260490" y="354022"/>
            <a:ext cx="45263" cy="45263"/>
          </a:xfrm>
          <a:prstGeom prst="rect">
            <a:avLst/>
          </a:prstGeom>
          <a:solidFill>
            <a:srgbClr val="FFFFFF"/>
          </a:solidFill>
          <a:ln w="8890">
            <a:solidFill>
              <a:srgbClr val="7F7F7F"/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>
            <a:off x="5380066" y="352741"/>
            <a:ext cx="45263" cy="45263"/>
          </a:xfrm>
          <a:prstGeom prst="rect">
            <a:avLst/>
          </a:prstGeom>
          <a:solidFill>
            <a:srgbClr val="FFFFFF"/>
          </a:solidFill>
          <a:ln w="8890">
            <a:solidFill>
              <a:srgbClr val="7F7F7F"/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>
            <a:off x="5499641" y="352490"/>
            <a:ext cx="45263" cy="45263"/>
          </a:xfrm>
          <a:prstGeom prst="rect">
            <a:avLst/>
          </a:prstGeom>
          <a:solidFill>
            <a:srgbClr val="FFFFFF"/>
          </a:solidFill>
          <a:ln w="8890">
            <a:solidFill>
              <a:srgbClr val="7F7F7F"/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>
            <a:off x="5738792" y="351975"/>
            <a:ext cx="45263" cy="45263"/>
          </a:xfrm>
          <a:prstGeom prst="rect">
            <a:avLst/>
          </a:prstGeom>
          <a:solidFill>
            <a:srgbClr val="FFFFFF"/>
          </a:solidFill>
          <a:ln w="8890">
            <a:solidFill>
              <a:srgbClr val="7F7F7F"/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>
            <a:off x="6336669" y="351890"/>
            <a:ext cx="45263" cy="45263"/>
          </a:xfrm>
          <a:prstGeom prst="rect">
            <a:avLst/>
          </a:prstGeom>
          <a:solidFill>
            <a:srgbClr val="FFFFFF"/>
          </a:solidFill>
          <a:ln w="8890">
            <a:solidFill>
              <a:srgbClr val="7F7F7F"/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>
            <a:off x="4924396" y="375544"/>
            <a:ext cx="1434905" cy="463229"/>
          </a:xfrm>
          <a:custGeom>
            <a:avLst/>
            <a:gdLst/>
            <a:ahLst/>
            <a:cxnLst/>
            <a:rect l="l" t="t" r="r" b="b"/>
            <a:pathLst>
              <a:path w="1434905" h="463229">
                <a:moveTo>
                  <a:pt x="0" y="463229"/>
                </a:moveTo>
                <a:lnTo>
                  <a:pt x="119575" y="418390"/>
                </a:lnTo>
                <a:lnTo>
                  <a:pt x="239151" y="331253"/>
                </a:lnTo>
                <a:lnTo>
                  <a:pt x="358726" y="207449"/>
                </a:lnTo>
                <a:lnTo>
                  <a:pt x="478302" y="99470"/>
                </a:lnTo>
                <a:lnTo>
                  <a:pt x="597877" y="22974"/>
                </a:lnTo>
                <a:lnTo>
                  <a:pt x="837028" y="0"/>
                </a:lnTo>
                <a:lnTo>
                  <a:pt x="1434905" y="0"/>
                </a:lnTo>
              </a:path>
            </a:pathLst>
          </a:custGeom>
          <a:ln w="14605">
            <a:solidFill>
              <a:srgbClr val="4472C4"/>
            </a:solidFill>
            <a:prstDash val="dash"/>
          </a:ln>
        </p:spPr>
      </p:sp>
      <p:sp>
        <p:nvSpPr>
          <p:cNvPr id="380" name="Shape 378"/>
          <p:cNvSpPr/>
          <p:nvPr/>
        </p:nvSpPr>
        <p:spPr>
          <a:xfrm>
            <a:off x="4899250" y="813627"/>
            <a:ext cx="50292" cy="50292"/>
          </a:xfrm>
          <a:prstGeom prst="ellipse">
            <a:avLst/>
          </a:prstGeom>
          <a:solidFill>
            <a:srgbClr val="FFFFFF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5018825" y="768788"/>
            <a:ext cx="50292" cy="50292"/>
          </a:xfrm>
          <a:prstGeom prst="ellipse">
            <a:avLst/>
          </a:prstGeom>
          <a:solidFill>
            <a:srgbClr val="FFFFFF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>
            <a:off x="5138400" y="681651"/>
            <a:ext cx="50292" cy="50292"/>
          </a:xfrm>
          <a:prstGeom prst="ellipse">
            <a:avLst/>
          </a:prstGeom>
          <a:solidFill>
            <a:srgbClr val="FFFFFF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>
            <a:off x="5257976" y="557847"/>
            <a:ext cx="50292" cy="50292"/>
          </a:xfrm>
          <a:prstGeom prst="ellipse">
            <a:avLst/>
          </a:prstGeom>
          <a:solidFill>
            <a:srgbClr val="FFFFFF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>
            <a:off x="5377551" y="449868"/>
            <a:ext cx="50292" cy="50292"/>
          </a:xfrm>
          <a:prstGeom prst="ellipse">
            <a:avLst/>
          </a:prstGeom>
          <a:solidFill>
            <a:srgbClr val="FFFFFF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5497127" y="373372"/>
            <a:ext cx="50292" cy="50292"/>
          </a:xfrm>
          <a:prstGeom prst="ellipse">
            <a:avLst/>
          </a:prstGeom>
          <a:solidFill>
            <a:srgbClr val="FFFFFF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5736277" y="350398"/>
            <a:ext cx="50292" cy="50292"/>
          </a:xfrm>
          <a:prstGeom prst="ellipse">
            <a:avLst/>
          </a:prstGeom>
          <a:solidFill>
            <a:srgbClr val="FFFFFF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6334154" y="350398"/>
            <a:ext cx="50292" cy="50292"/>
          </a:xfrm>
          <a:prstGeom prst="ellipse">
            <a:avLst/>
          </a:prstGeom>
          <a:solidFill>
            <a:srgbClr val="FFFFFF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>
            <a:off x="4924396" y="491947"/>
            <a:ext cx="1434905" cy="914"/>
          </a:xfrm>
          <a:custGeom>
            <a:avLst/>
            <a:gdLst/>
            <a:ahLst/>
            <a:cxnLst/>
            <a:rect l="l" t="t" r="r" b="b"/>
            <a:pathLst>
              <a:path w="1434905" h="914">
                <a:moveTo>
                  <a:pt x="0" y="0"/>
                </a:moveTo>
                <a:lnTo>
                  <a:pt x="119575" y="0"/>
                </a:lnTo>
                <a:lnTo>
                  <a:pt x="239151" y="0"/>
                </a:lnTo>
                <a:lnTo>
                  <a:pt x="358726" y="0"/>
                </a:lnTo>
                <a:lnTo>
                  <a:pt x="478302" y="0"/>
                </a:lnTo>
                <a:lnTo>
                  <a:pt x="597877" y="0"/>
                </a:lnTo>
                <a:lnTo>
                  <a:pt x="837028" y="0"/>
                </a:lnTo>
                <a:lnTo>
                  <a:pt x="1434905" y="0"/>
                </a:lnTo>
              </a:path>
            </a:pathLst>
          </a:custGeom>
          <a:ln w="14605">
            <a:solidFill>
              <a:srgbClr val="7F7F7F"/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4901764" y="469316"/>
            <a:ext cx="45263" cy="45263"/>
          </a:xfrm>
          <a:prstGeom prst="rect">
            <a:avLst/>
          </a:prstGeom>
          <a:solidFill>
            <a:srgbClr val="7F7F7F"/>
          </a:solidFill>
          <a:ln w="8890">
            <a:solidFill>
              <a:srgbClr val="7F7F7F"/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5021340" y="469316"/>
            <a:ext cx="45263" cy="45263"/>
          </a:xfrm>
          <a:prstGeom prst="rect">
            <a:avLst/>
          </a:prstGeom>
          <a:solidFill>
            <a:srgbClr val="7F7F7F"/>
          </a:solidFill>
          <a:ln w="8890">
            <a:solidFill>
              <a:srgbClr val="7F7F7F"/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5140915" y="469316"/>
            <a:ext cx="45263" cy="45263"/>
          </a:xfrm>
          <a:prstGeom prst="rect">
            <a:avLst/>
          </a:prstGeom>
          <a:solidFill>
            <a:srgbClr val="7F7F7F"/>
          </a:solidFill>
          <a:ln w="8890">
            <a:solidFill>
              <a:srgbClr val="7F7F7F"/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5260490" y="469316"/>
            <a:ext cx="45263" cy="45263"/>
          </a:xfrm>
          <a:prstGeom prst="rect">
            <a:avLst/>
          </a:prstGeom>
          <a:solidFill>
            <a:srgbClr val="7F7F7F"/>
          </a:solidFill>
          <a:ln w="8890">
            <a:solidFill>
              <a:srgbClr val="7F7F7F"/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>
            <a:off x="5380066" y="469316"/>
            <a:ext cx="45263" cy="45263"/>
          </a:xfrm>
          <a:prstGeom prst="rect">
            <a:avLst/>
          </a:prstGeom>
          <a:solidFill>
            <a:srgbClr val="7F7F7F"/>
          </a:solidFill>
          <a:ln w="8890">
            <a:solidFill>
              <a:srgbClr val="7F7F7F"/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>
            <a:off x="5499641" y="469316"/>
            <a:ext cx="45263" cy="45263"/>
          </a:xfrm>
          <a:prstGeom prst="rect">
            <a:avLst/>
          </a:prstGeom>
          <a:solidFill>
            <a:srgbClr val="7F7F7F"/>
          </a:solidFill>
          <a:ln w="8890">
            <a:solidFill>
              <a:srgbClr val="7F7F7F"/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>
            <a:off x="5738792" y="469316"/>
            <a:ext cx="45263" cy="45263"/>
          </a:xfrm>
          <a:prstGeom prst="rect">
            <a:avLst/>
          </a:prstGeom>
          <a:solidFill>
            <a:srgbClr val="7F7F7F"/>
          </a:solidFill>
          <a:ln w="8890">
            <a:solidFill>
              <a:srgbClr val="7F7F7F"/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6336669" y="469316"/>
            <a:ext cx="45263" cy="45263"/>
          </a:xfrm>
          <a:prstGeom prst="rect">
            <a:avLst/>
          </a:prstGeom>
          <a:solidFill>
            <a:srgbClr val="7F7F7F"/>
          </a:solidFill>
          <a:ln w="8890">
            <a:solidFill>
              <a:srgbClr val="7F7F7F"/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4924396" y="378607"/>
            <a:ext cx="1434905" cy="77175"/>
          </a:xfrm>
          <a:custGeom>
            <a:avLst/>
            <a:gdLst/>
            <a:ahLst/>
            <a:cxnLst/>
            <a:rect l="l" t="t" r="r" b="b"/>
            <a:pathLst>
              <a:path w="1434905" h="77175">
                <a:moveTo>
                  <a:pt x="0" y="77175"/>
                </a:moveTo>
                <a:lnTo>
                  <a:pt x="119575" y="4852"/>
                </a:lnTo>
                <a:lnTo>
                  <a:pt x="239151" y="0"/>
                </a:lnTo>
                <a:lnTo>
                  <a:pt x="358726" y="0"/>
                </a:lnTo>
                <a:lnTo>
                  <a:pt x="478302" y="0"/>
                </a:lnTo>
                <a:lnTo>
                  <a:pt x="597877" y="0"/>
                </a:lnTo>
                <a:lnTo>
                  <a:pt x="837028" y="0"/>
                </a:lnTo>
                <a:lnTo>
                  <a:pt x="1434905" y="0"/>
                </a:lnTo>
              </a:path>
            </a:pathLst>
          </a:custGeom>
          <a:ln w="14605">
            <a:solidFill>
              <a:srgbClr val="4472C4"/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>
            <a:off x="4899250" y="430637"/>
            <a:ext cx="50292" cy="50292"/>
          </a:xfrm>
          <a:prstGeom prst="ellipse">
            <a:avLst/>
          </a:prstGeom>
          <a:solidFill>
            <a:srgbClr val="4472C4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5018825" y="358313"/>
            <a:ext cx="50292" cy="50292"/>
          </a:xfrm>
          <a:prstGeom prst="ellipse">
            <a:avLst/>
          </a:prstGeom>
          <a:solidFill>
            <a:srgbClr val="4472C4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5138400" y="353461"/>
            <a:ext cx="50292" cy="50292"/>
          </a:xfrm>
          <a:prstGeom prst="ellipse">
            <a:avLst/>
          </a:prstGeom>
          <a:solidFill>
            <a:srgbClr val="4472C4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5257976" y="353461"/>
            <a:ext cx="50292" cy="50292"/>
          </a:xfrm>
          <a:prstGeom prst="ellipse">
            <a:avLst/>
          </a:prstGeom>
          <a:solidFill>
            <a:srgbClr val="4472C4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5377551" y="353461"/>
            <a:ext cx="50292" cy="50292"/>
          </a:xfrm>
          <a:prstGeom prst="ellipse">
            <a:avLst/>
          </a:prstGeom>
          <a:solidFill>
            <a:srgbClr val="4472C4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>
            <a:off x="5497127" y="353461"/>
            <a:ext cx="50292" cy="50292"/>
          </a:xfrm>
          <a:prstGeom prst="ellipse">
            <a:avLst/>
          </a:prstGeom>
          <a:solidFill>
            <a:srgbClr val="4472C4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>
            <a:off x="5736277" y="353461"/>
            <a:ext cx="50292" cy="50292"/>
          </a:xfrm>
          <a:prstGeom prst="ellipse">
            <a:avLst/>
          </a:prstGeom>
          <a:solidFill>
            <a:srgbClr val="4472C4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>
            <a:off x="6334154" y="353461"/>
            <a:ext cx="50292" cy="50292"/>
          </a:xfrm>
          <a:prstGeom prst="ellipse">
            <a:avLst/>
          </a:prstGeom>
          <a:solidFill>
            <a:srgbClr val="4472C4"/>
          </a:solidFill>
          <a:ln w="8890">
            <a:solidFill>
              <a:srgbClr val="4472C4"/>
            </a:solidFill>
            <a:prstDash val="solid"/>
          </a:ln>
        </p:spPr>
      </p:sp>
      <p:sp>
        <p:nvSpPr>
          <p:cNvPr id="406" name="Shape 404"/>
          <p:cNvSpPr/>
          <p:nvPr/>
        </p:nvSpPr>
        <p:spPr>
          <a:xfrm>
            <a:off x="5590182" y="520842"/>
            <a:ext cx="801474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>
            <a:off x="5622186" y="598566"/>
            <a:ext cx="237744" cy="914"/>
          </a:xfrm>
          <a:custGeom>
            <a:avLst/>
            <a:gdLst/>
            <a:ahLst/>
            <a:cxnLst/>
            <a:rect l="l" t="t" r="r" b="b"/>
            <a:pathLst>
              <a:path w="237744" h="914">
                <a:moveTo>
                  <a:pt x="0" y="0"/>
                </a:moveTo>
                <a:lnTo>
                  <a:pt x="237744" y="0"/>
                </a:lnTo>
              </a:path>
            </a:pathLst>
          </a:custGeom>
          <a:ln w="13970">
            <a:solidFill>
              <a:srgbClr val="404040"/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>
            <a:off x="5718198" y="575706"/>
            <a:ext cx="45720" cy="45720"/>
          </a:xfrm>
          <a:prstGeom prst="ellipse">
            <a:avLst/>
          </a:prstGeom>
          <a:solidFill>
            <a:srgbClr val="404040"/>
          </a:solidFill>
          <a:ln w="8890">
            <a:solidFill>
              <a:srgbClr val="404040"/>
            </a:solidFill>
            <a:prstDash val="solid"/>
          </a:ln>
        </p:spPr>
      </p:sp>
      <p:sp>
        <p:nvSpPr>
          <p:cNvPr id="409" name="Text 407"/>
          <p:cNvSpPr txBox="1"/>
          <p:nvPr/>
        </p:nvSpPr>
        <p:spPr>
          <a:xfrm>
            <a:off x="5896506" y="543702"/>
            <a:ext cx="477574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slot, no cap</a:t>
            </a:r>
            <a:endParaRPr lang="en-US" sz="630" dirty="0"/>
          </a:p>
        </p:txBody>
      </p:sp>
      <p:sp>
        <p:nvSpPr>
          <p:cNvPr id="410" name="Shape 408"/>
          <p:cNvSpPr/>
          <p:nvPr/>
        </p:nvSpPr>
        <p:spPr>
          <a:xfrm>
            <a:off x="5622186" y="708294"/>
            <a:ext cx="237744" cy="914"/>
          </a:xfrm>
          <a:custGeom>
            <a:avLst/>
            <a:gdLst/>
            <a:ahLst/>
            <a:cxnLst/>
            <a:rect l="l" t="t" r="r" b="b"/>
            <a:pathLst>
              <a:path w="237744" h="914">
                <a:moveTo>
                  <a:pt x="0" y="0"/>
                </a:moveTo>
                <a:lnTo>
                  <a:pt x="237744" y="0"/>
                </a:lnTo>
              </a:path>
            </a:pathLst>
          </a:custGeom>
          <a:ln w="13970">
            <a:solidFill>
              <a:srgbClr val="404040"/>
            </a:solidFill>
            <a:prstDash val="dash"/>
          </a:ln>
        </p:spPr>
      </p:sp>
      <p:sp>
        <p:nvSpPr>
          <p:cNvPr id="411" name="Shape 409"/>
          <p:cNvSpPr/>
          <p:nvPr/>
        </p:nvSpPr>
        <p:spPr>
          <a:xfrm>
            <a:off x="5718198" y="685434"/>
            <a:ext cx="45720" cy="45720"/>
          </a:xfrm>
          <a:prstGeom prst="ellipse">
            <a:avLst/>
          </a:prstGeom>
          <a:solidFill>
            <a:srgbClr val="FFFFFF"/>
          </a:solidFill>
          <a:ln w="8890">
            <a:solidFill>
              <a:srgbClr val="404040"/>
            </a:solidFill>
            <a:prstDash val="solid"/>
          </a:ln>
        </p:spPr>
      </p:sp>
      <p:sp>
        <p:nvSpPr>
          <p:cNvPr id="412" name="Text 410"/>
          <p:cNvSpPr txBox="1"/>
          <p:nvPr/>
        </p:nvSpPr>
        <p:spPr>
          <a:xfrm>
            <a:off x="5896506" y="653430"/>
            <a:ext cx="508866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slots, no cap</a:t>
            </a:r>
            <a:endParaRPr lang="en-US" sz="630" dirty="0"/>
          </a:p>
        </p:txBody>
      </p:sp>
      <p:sp>
        <p:nvSpPr>
          <p:cNvPr id="413" name="Shape 411"/>
          <p:cNvSpPr/>
          <p:nvPr/>
        </p:nvSpPr>
        <p:spPr>
          <a:xfrm>
            <a:off x="4864608" y="246888"/>
            <a:ext cx="1554480" cy="612648"/>
          </a:xfrm>
          <a:prstGeom prst="rect">
            <a:avLst/>
          </a:prstGeom>
          <a:ln w="7620">
            <a:solidFill>
              <a:srgbClr val="404040"/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>
            <a:off x="4837176" y="859536"/>
            <a:ext cx="27432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415" name="Text 413"/>
          <p:cNvSpPr txBox="1"/>
          <p:nvPr/>
        </p:nvSpPr>
        <p:spPr>
          <a:xfrm>
            <a:off x="4453128" y="804672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00" dirty="0"/>
          </a:p>
        </p:txBody>
      </p:sp>
      <p:sp>
        <p:nvSpPr>
          <p:cNvPr id="416" name="Shape 414"/>
          <p:cNvSpPr/>
          <p:nvPr/>
        </p:nvSpPr>
        <p:spPr>
          <a:xfrm>
            <a:off x="4837176" y="737006"/>
            <a:ext cx="27432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417" name="Text 415"/>
          <p:cNvSpPr txBox="1"/>
          <p:nvPr/>
        </p:nvSpPr>
        <p:spPr>
          <a:xfrm>
            <a:off x="4453128" y="682142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700" dirty="0"/>
          </a:p>
        </p:txBody>
      </p:sp>
      <p:sp>
        <p:nvSpPr>
          <p:cNvPr id="418" name="Shape 416"/>
          <p:cNvSpPr/>
          <p:nvPr/>
        </p:nvSpPr>
        <p:spPr>
          <a:xfrm>
            <a:off x="4837176" y="614477"/>
            <a:ext cx="27432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419" name="Text 417"/>
          <p:cNvSpPr txBox="1"/>
          <p:nvPr/>
        </p:nvSpPr>
        <p:spPr>
          <a:xfrm>
            <a:off x="4453128" y="559613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700" dirty="0"/>
          </a:p>
        </p:txBody>
      </p:sp>
      <p:sp>
        <p:nvSpPr>
          <p:cNvPr id="420" name="Shape 418"/>
          <p:cNvSpPr/>
          <p:nvPr/>
        </p:nvSpPr>
        <p:spPr>
          <a:xfrm>
            <a:off x="4837176" y="491947"/>
            <a:ext cx="27432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421" name="Text 419"/>
          <p:cNvSpPr txBox="1"/>
          <p:nvPr/>
        </p:nvSpPr>
        <p:spPr>
          <a:xfrm>
            <a:off x="4453128" y="437083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700" dirty="0"/>
          </a:p>
        </p:txBody>
      </p:sp>
      <p:sp>
        <p:nvSpPr>
          <p:cNvPr id="422" name="Shape 420"/>
          <p:cNvSpPr/>
          <p:nvPr/>
        </p:nvSpPr>
        <p:spPr>
          <a:xfrm>
            <a:off x="4837176" y="369418"/>
            <a:ext cx="27432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423" name="Text 421"/>
          <p:cNvSpPr txBox="1"/>
          <p:nvPr/>
        </p:nvSpPr>
        <p:spPr>
          <a:xfrm>
            <a:off x="4453128" y="314554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700" dirty="0"/>
          </a:p>
        </p:txBody>
      </p:sp>
      <p:sp>
        <p:nvSpPr>
          <p:cNvPr id="424" name="Shape 422"/>
          <p:cNvSpPr/>
          <p:nvPr/>
        </p:nvSpPr>
        <p:spPr>
          <a:xfrm>
            <a:off x="4924396" y="859536"/>
            <a:ext cx="0" cy="27432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425" name="Text 423"/>
          <p:cNvSpPr txBox="1"/>
          <p:nvPr/>
        </p:nvSpPr>
        <p:spPr>
          <a:xfrm>
            <a:off x="4650076" y="891540"/>
            <a:ext cx="5486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700" dirty="0"/>
          </a:p>
        </p:txBody>
      </p:sp>
      <p:sp>
        <p:nvSpPr>
          <p:cNvPr id="426" name="Shape 424"/>
          <p:cNvSpPr/>
          <p:nvPr/>
        </p:nvSpPr>
        <p:spPr>
          <a:xfrm>
            <a:off x="5163546" y="859536"/>
            <a:ext cx="0" cy="27432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427" name="Text 425"/>
          <p:cNvSpPr txBox="1"/>
          <p:nvPr/>
        </p:nvSpPr>
        <p:spPr>
          <a:xfrm>
            <a:off x="4889226" y="891540"/>
            <a:ext cx="5486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700" dirty="0"/>
          </a:p>
        </p:txBody>
      </p:sp>
      <p:sp>
        <p:nvSpPr>
          <p:cNvPr id="428" name="Shape 426"/>
          <p:cNvSpPr/>
          <p:nvPr/>
        </p:nvSpPr>
        <p:spPr>
          <a:xfrm>
            <a:off x="5402697" y="859536"/>
            <a:ext cx="0" cy="27432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429" name="Text 427"/>
          <p:cNvSpPr txBox="1"/>
          <p:nvPr/>
        </p:nvSpPr>
        <p:spPr>
          <a:xfrm>
            <a:off x="5128377" y="891540"/>
            <a:ext cx="5486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700" dirty="0"/>
          </a:p>
        </p:txBody>
      </p:sp>
      <p:sp>
        <p:nvSpPr>
          <p:cNvPr id="430" name="Shape 428"/>
          <p:cNvSpPr/>
          <p:nvPr/>
        </p:nvSpPr>
        <p:spPr>
          <a:xfrm>
            <a:off x="5761423" y="859536"/>
            <a:ext cx="0" cy="27432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431" name="Text 429"/>
          <p:cNvSpPr txBox="1"/>
          <p:nvPr/>
        </p:nvSpPr>
        <p:spPr>
          <a:xfrm>
            <a:off x="5487103" y="891540"/>
            <a:ext cx="5486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700" dirty="0"/>
          </a:p>
        </p:txBody>
      </p:sp>
      <p:sp>
        <p:nvSpPr>
          <p:cNvPr id="432" name="Shape 430"/>
          <p:cNvSpPr/>
          <p:nvPr/>
        </p:nvSpPr>
        <p:spPr>
          <a:xfrm>
            <a:off x="6359300" y="859536"/>
            <a:ext cx="0" cy="27432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433" name="Text 431"/>
          <p:cNvSpPr txBox="1"/>
          <p:nvPr/>
        </p:nvSpPr>
        <p:spPr>
          <a:xfrm>
            <a:off x="6084980" y="891540"/>
            <a:ext cx="5486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700" dirty="0"/>
          </a:p>
        </p:txBody>
      </p:sp>
      <p:sp>
        <p:nvSpPr>
          <p:cNvPr id="434" name="Text 432"/>
          <p:cNvSpPr txBox="1"/>
          <p:nvPr/>
        </p:nvSpPr>
        <p:spPr>
          <a:xfrm>
            <a:off x="4681728" y="1005840"/>
            <a:ext cx="1920240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deadline (ms)</a:t>
            </a:r>
            <a:endParaRPr lang="en-US" sz="750" dirty="0"/>
          </a:p>
        </p:txBody>
      </p:sp>
      <p:sp>
        <p:nvSpPr>
          <p:cNvPr id="435" name="Text 433"/>
          <p:cNvSpPr txBox="1"/>
          <p:nvPr/>
        </p:nvSpPr>
        <p:spPr>
          <a:xfrm rot="16200000">
            <a:off x="4050792" y="489204"/>
            <a:ext cx="109728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 results/s</a:t>
            </a:r>
            <a:endParaRPr lang="en-US" sz="750" dirty="0"/>
          </a:p>
        </p:txBody>
      </p:sp>
      <p:sp>
        <p:nvSpPr>
          <p:cNvPr id="436" name="Text 434"/>
          <p:cNvSpPr txBox="1"/>
          <p:nvPr/>
        </p:nvSpPr>
        <p:spPr>
          <a:xfrm>
            <a:off x="4526280" y="1197864"/>
            <a:ext cx="1956816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</a:t>
            </a:r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 results/s at other deadlines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fig6_slots</dc:title>
  <dc:subject>ISPA r15: regenerated from r14 source coordinates and unchanged data</dc:subject>
  <dc:creator>ReadSeal authors</dc:creator>
  <cp:lastModifiedBy>ReadSeal authors</cp:lastModifiedBy>
  <cp:revision>1</cp:revision>
  <dcterms:created xsi:type="dcterms:W3CDTF">2026-09-29T11:55:40Z</dcterms:created>
  <dcterms:modified xsi:type="dcterms:W3CDTF">2026-09-29T11:55:40Z</dcterms:modified>
</cp:coreProperties>
</file>